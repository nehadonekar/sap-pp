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60"/>
  </p:notesMasterIdLst>
  <p:handoutMasterIdLst>
    <p:handoutMasterId r:id="rId61"/>
  </p:handoutMasterIdLst>
  <p:sldIdLst>
    <p:sldId id="2147479184" r:id="rId5"/>
    <p:sldId id="2147482529" r:id="rId6"/>
    <p:sldId id="2147482601" r:id="rId7"/>
    <p:sldId id="2147479214" r:id="rId8"/>
    <p:sldId id="2147479217" r:id="rId9"/>
    <p:sldId id="2147479199" r:id="rId10"/>
    <p:sldId id="2147479218" r:id="rId11"/>
    <p:sldId id="2147479219" r:id="rId12"/>
    <p:sldId id="2147479215" r:id="rId13"/>
    <p:sldId id="2147479193" r:id="rId14"/>
    <p:sldId id="2147479198" r:id="rId15"/>
    <p:sldId id="2147479196" r:id="rId16"/>
    <p:sldId id="2147479229" r:id="rId17"/>
    <p:sldId id="2147479197" r:id="rId18"/>
    <p:sldId id="2147479230" r:id="rId19"/>
    <p:sldId id="2147479210" r:id="rId20"/>
    <p:sldId id="2147479220" r:id="rId21"/>
    <p:sldId id="2147479209" r:id="rId22"/>
    <p:sldId id="2147479207" r:id="rId23"/>
    <p:sldId id="2147482554" r:id="rId24"/>
    <p:sldId id="2147479201" r:id="rId25"/>
    <p:sldId id="2147479203" r:id="rId26"/>
    <p:sldId id="2147479204" r:id="rId27"/>
    <p:sldId id="2147479205" r:id="rId28"/>
    <p:sldId id="2147479206" r:id="rId29"/>
    <p:sldId id="2147479221" r:id="rId30"/>
    <p:sldId id="2147479224" r:id="rId31"/>
    <p:sldId id="2147479195" r:id="rId32"/>
    <p:sldId id="2147482536" r:id="rId33"/>
    <p:sldId id="2147482537" r:id="rId34"/>
    <p:sldId id="2147479228" r:id="rId35"/>
    <p:sldId id="2147479227" r:id="rId36"/>
    <p:sldId id="2147479223" r:id="rId37"/>
    <p:sldId id="2147482534" r:id="rId38"/>
    <p:sldId id="2147479232" r:id="rId39"/>
    <p:sldId id="2147482535" r:id="rId40"/>
    <p:sldId id="2147482540" r:id="rId41"/>
    <p:sldId id="2147482602" r:id="rId42"/>
    <p:sldId id="2147482541" r:id="rId43"/>
    <p:sldId id="2147482539" r:id="rId44"/>
    <p:sldId id="2147482542" r:id="rId45"/>
    <p:sldId id="2147482545" r:id="rId46"/>
    <p:sldId id="2147482543" r:id="rId47"/>
    <p:sldId id="2147482544" r:id="rId48"/>
    <p:sldId id="2147482546" r:id="rId49"/>
    <p:sldId id="2147482547" r:id="rId50"/>
    <p:sldId id="2147482599" r:id="rId51"/>
    <p:sldId id="2147482550" r:id="rId52"/>
    <p:sldId id="2147482552" r:id="rId53"/>
    <p:sldId id="2147482555" r:id="rId54"/>
    <p:sldId id="2147482549" r:id="rId55"/>
    <p:sldId id="2147482553" r:id="rId56"/>
    <p:sldId id="2147479234" r:id="rId57"/>
    <p:sldId id="2147479236" r:id="rId58"/>
    <p:sldId id="214748253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C51FEF9-261D-4244-AEF0-A73E1098C0D4}">
          <p14:sldIdLst>
            <p14:sldId id="2147479184"/>
            <p14:sldId id="2147482529"/>
            <p14:sldId id="2147482601"/>
          </p14:sldIdLst>
        </p14:section>
        <p14:section name="ERP" id="{102B822F-7730-4132-BFCA-2EDC12FF8F97}">
          <p14:sldIdLst>
            <p14:sldId id="2147479214"/>
          </p14:sldIdLst>
        </p14:section>
        <p14:section name="SAP" id="{3CBEDE36-9615-4025-B21A-B216C35CD903}">
          <p14:sldIdLst>
            <p14:sldId id="2147479217"/>
          </p14:sldIdLst>
        </p14:section>
        <p14:section name="SAP Landscape" id="{F6C81497-7B66-4F31-9902-EAFDC6E18F7C}">
          <p14:sldIdLst>
            <p14:sldId id="2147479199"/>
          </p14:sldIdLst>
        </p14:section>
        <p14:section name="Evolution of SAP" id="{D549832C-6CDE-42EE-9747-C0BC40A4353C}">
          <p14:sldIdLst>
            <p14:sldId id="2147479218"/>
          </p14:sldIdLst>
        </p14:section>
        <p14:section name="SAP Architecture" id="{8DCDA6F5-279A-47BB-BFE2-ADF27F7CBEBA}">
          <p14:sldIdLst>
            <p14:sldId id="2147479219"/>
          </p14:sldIdLst>
        </p14:section>
        <p14:section name="SAP Implementation" id="{74A4EF62-B918-43C9-8163-683E3FCDB6FA}">
          <p14:sldIdLst>
            <p14:sldId id="2147479215"/>
          </p14:sldIdLst>
        </p14:section>
        <p14:section name="SAP PP" id="{A98492D5-30C0-4575-8DA3-C1DC7206D850}">
          <p14:sldIdLst>
            <p14:sldId id="2147479193"/>
          </p14:sldIdLst>
        </p14:section>
        <p14:section name="SAP PP Organizational Structure" id="{40CDD9AF-F0C8-4906-B15F-073AE93E5FDE}">
          <p14:sldIdLst>
            <p14:sldId id="2147479198"/>
          </p14:sldIdLst>
        </p14:section>
        <p14:section name="Bicycle" id="{E8437575-CE0F-4AD2-9E65-4D7BF4AE1673}">
          <p14:sldIdLst>
            <p14:sldId id="2147479196"/>
            <p14:sldId id="2147479229"/>
          </p14:sldIdLst>
        </p14:section>
        <p14:section name="Types of Planning" id="{9AD3F194-0C5F-465B-991E-A2C61DA659B0}">
          <p14:sldIdLst>
            <p14:sldId id="2147479197"/>
            <p14:sldId id="2147479230"/>
          </p14:sldIdLst>
        </p14:section>
        <p14:section name="Variety" id="{65038946-499D-44DF-A57F-ADEAF18E4A8A}">
          <p14:sldIdLst>
            <p14:sldId id="2147479210"/>
          </p14:sldIdLst>
        </p14:section>
        <p14:section name="PP Master Data" id="{830123B9-96F7-4C34-95B9-C130CF05A901}">
          <p14:sldIdLst>
            <p14:sldId id="2147479220"/>
          </p14:sldIdLst>
        </p14:section>
        <p14:section name="Material Master" id="{0C850D12-A209-42FE-BF7C-ADD0F2C98B98}">
          <p14:sldIdLst>
            <p14:sldId id="2147479209"/>
            <p14:sldId id="2147479207"/>
            <p14:sldId id="2147482554"/>
            <p14:sldId id="2147479201"/>
            <p14:sldId id="2147479203"/>
            <p14:sldId id="2147479204"/>
            <p14:sldId id="2147479205"/>
          </p14:sldIdLst>
        </p14:section>
        <p14:section name="Bill of Material (BOM)" id="{EDBC5D3B-C2E9-474A-879C-C0AAEF5DA7D1}">
          <p14:sldIdLst>
            <p14:sldId id="2147479206"/>
            <p14:sldId id="2147479221"/>
            <p14:sldId id="2147479224"/>
          </p14:sldIdLst>
        </p14:section>
        <p14:section name="Work Center" id="{D7B0D7A5-215D-4540-8AD2-FC5AF7C5DA24}">
          <p14:sldIdLst>
            <p14:sldId id="2147479195"/>
            <p14:sldId id="2147482536"/>
            <p14:sldId id="2147482537"/>
            <p14:sldId id="2147479228"/>
          </p14:sldIdLst>
        </p14:section>
        <p14:section name="Routing" id="{3CAB9C0F-5B43-4ED7-85BD-D080950602A7}">
          <p14:sldIdLst>
            <p14:sldId id="2147479227"/>
            <p14:sldId id="2147479223"/>
            <p14:sldId id="2147482534"/>
          </p14:sldIdLst>
        </p14:section>
        <p14:section name="Production Version" id="{AA61D350-BE95-4A10-A1B2-2B8022CDD892}">
          <p14:sldIdLst>
            <p14:sldId id="2147479232"/>
            <p14:sldId id="2147482535"/>
          </p14:sldIdLst>
        </p14:section>
        <p14:section name="Transactional Data" id="{4645B2B9-B681-4CA0-9C32-C21DF21B6735}">
          <p14:sldIdLst>
            <p14:sldId id="2147482540"/>
            <p14:sldId id="2147482602"/>
            <p14:sldId id="2147482541"/>
            <p14:sldId id="2147482539"/>
            <p14:sldId id="2147482542"/>
            <p14:sldId id="2147482545"/>
            <p14:sldId id="2147482543"/>
            <p14:sldId id="2147482544"/>
            <p14:sldId id="2147482546"/>
            <p14:sldId id="2147482547"/>
            <p14:sldId id="2147482599"/>
            <p14:sldId id="2147482550"/>
            <p14:sldId id="2147482552"/>
            <p14:sldId id="2147482555"/>
            <p14:sldId id="2147482549"/>
            <p14:sldId id="2147482553"/>
            <p14:sldId id="2147479234"/>
            <p14:sldId id="2147479236"/>
            <p14:sldId id="21474825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D6C4BD-DD1C-E115-11F4-7D2CA06D1A93}" v="1" dt="2026-02-24T09:36:23.193"/>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ksale, Aditi (Cognizant)" userId="S::2464025@cognizant.com::ab54730c-0c75-433b-9897-41c33869bbf7" providerId="AD" clId="Web-{22536CCA-7856-8449-1526-4F7D63C4367F}"/>
    <pc:docChg chg="modSld">
      <pc:chgData name="Tanksale, Aditi (Cognizant)" userId="S::2464025@cognizant.com::ab54730c-0c75-433b-9897-41c33869bbf7" providerId="AD" clId="Web-{22536CCA-7856-8449-1526-4F7D63C4367F}" dt="2026-02-05T16:37:02.434" v="0" actId="1076"/>
      <pc:docMkLst>
        <pc:docMk/>
      </pc:docMkLst>
      <pc:sldChg chg="modSp">
        <pc:chgData name="Tanksale, Aditi (Cognizant)" userId="S::2464025@cognizant.com::ab54730c-0c75-433b-9897-41c33869bbf7" providerId="AD" clId="Web-{22536CCA-7856-8449-1526-4F7D63C4367F}" dt="2026-02-05T16:37:02.434" v="0" actId="1076"/>
        <pc:sldMkLst>
          <pc:docMk/>
          <pc:sldMk cId="2713534842" sldId="2147479184"/>
        </pc:sldMkLst>
        <pc:picChg chg="mod">
          <ac:chgData name="Tanksale, Aditi (Cognizant)" userId="S::2464025@cognizant.com::ab54730c-0c75-433b-9897-41c33869bbf7" providerId="AD" clId="Web-{22536CCA-7856-8449-1526-4F7D63C4367F}" dt="2026-02-05T16:37:02.434" v="0" actId="1076"/>
          <ac:picMkLst>
            <pc:docMk/>
            <pc:sldMk cId="2713534842" sldId="2147479184"/>
            <ac:picMk id="1026" creationId="{C23058C3-7595-9EEB-4F60-12694BCF5260}"/>
          </ac:picMkLst>
        </pc:picChg>
      </pc:sldChg>
    </pc:docChg>
  </pc:docChgLst>
  <pc:docChgLst>
    <pc:chgData name="Donekar, Neha Dindayal (Cognizant)" userId="S::2464437@cognizant.com::1bd6f233-9628-48c9-a3f2-50ee5f445255" providerId="AD" clId="Web-{FB83C79F-315F-69CD-4D08-B8BAFB82AE20}"/>
    <pc:docChg chg="modSld">
      <pc:chgData name="Donekar, Neha Dindayal (Cognizant)" userId="S::2464437@cognizant.com::1bd6f233-9628-48c9-a3f2-50ee5f445255" providerId="AD" clId="Web-{FB83C79F-315F-69CD-4D08-B8BAFB82AE20}" dt="2026-02-02T03:57:36.654" v="2" actId="14100"/>
      <pc:docMkLst>
        <pc:docMk/>
      </pc:docMkLst>
      <pc:sldChg chg="modSp">
        <pc:chgData name="Donekar, Neha Dindayal (Cognizant)" userId="S::2464437@cognizant.com::1bd6f233-9628-48c9-a3f2-50ee5f445255" providerId="AD" clId="Web-{FB83C79F-315F-69CD-4D08-B8BAFB82AE20}" dt="2026-02-02T03:54:08.122" v="0"/>
        <pc:sldMkLst>
          <pc:docMk/>
          <pc:sldMk cId="3077924244" sldId="2147479198"/>
        </pc:sldMkLst>
      </pc:sldChg>
    </pc:docChg>
  </pc:docChgLst>
  <pc:docChgLst>
    <pc:chgData name="Maurya, Anju (Cognizant)" userId="S::2464031@cognizant.com::23a54afc-d35a-468e-8b30-40409c5007bb" providerId="AD" clId="Web-{C49828EA-E7A2-D1C1-8D00-80CD23324710}"/>
    <pc:docChg chg="modSld">
      <pc:chgData name="Maurya, Anju (Cognizant)" userId="S::2464031@cognizant.com::23a54afc-d35a-468e-8b30-40409c5007bb" providerId="AD" clId="Web-{C49828EA-E7A2-D1C1-8D00-80CD23324710}" dt="2026-02-08T10:43:12.765" v="11" actId="20577"/>
      <pc:docMkLst>
        <pc:docMk/>
      </pc:docMkLst>
      <pc:sldChg chg="modSp">
        <pc:chgData name="Maurya, Anju (Cognizant)" userId="S::2464031@cognizant.com::23a54afc-d35a-468e-8b30-40409c5007bb" providerId="AD" clId="Web-{C49828EA-E7A2-D1C1-8D00-80CD23324710}" dt="2026-02-08T07:12:49.720" v="1" actId="20577"/>
        <pc:sldMkLst>
          <pc:docMk/>
          <pc:sldMk cId="656502650" sldId="2147479219"/>
        </pc:sldMkLst>
        <pc:spChg chg="mod">
          <ac:chgData name="Maurya, Anju (Cognizant)" userId="S::2464031@cognizant.com::23a54afc-d35a-468e-8b30-40409c5007bb" providerId="AD" clId="Web-{C49828EA-E7A2-D1C1-8D00-80CD23324710}" dt="2026-02-08T07:12:49.720" v="1" actId="20577"/>
          <ac:spMkLst>
            <pc:docMk/>
            <pc:sldMk cId="656502650" sldId="2147479219"/>
            <ac:spMk id="14" creationId="{02011E8C-CC58-320B-6012-58325A1087A7}"/>
          </ac:spMkLst>
        </pc:spChg>
      </pc:sldChg>
      <pc:sldChg chg="modSp">
        <pc:chgData name="Maurya, Anju (Cognizant)" userId="S::2464031@cognizant.com::23a54afc-d35a-468e-8b30-40409c5007bb" providerId="AD" clId="Web-{C49828EA-E7A2-D1C1-8D00-80CD23324710}" dt="2026-02-08T10:33:23.222" v="5" actId="1076"/>
        <pc:sldMkLst>
          <pc:docMk/>
          <pc:sldMk cId="1476484100" sldId="2147482544"/>
        </pc:sldMkLst>
        <pc:spChg chg="mod">
          <ac:chgData name="Maurya, Anju (Cognizant)" userId="S::2464031@cognizant.com::23a54afc-d35a-468e-8b30-40409c5007bb" providerId="AD" clId="Web-{C49828EA-E7A2-D1C1-8D00-80CD23324710}" dt="2026-02-08T10:33:23.222" v="5" actId="1076"/>
          <ac:spMkLst>
            <pc:docMk/>
            <pc:sldMk cId="1476484100" sldId="2147482544"/>
            <ac:spMk id="7" creationId="{94F29F22-E723-A9B7-A5E7-857AE037CAF2}"/>
          </ac:spMkLst>
        </pc:spChg>
      </pc:sldChg>
      <pc:sldChg chg="modSp">
        <pc:chgData name="Maurya, Anju (Cognizant)" userId="S::2464031@cognizant.com::23a54afc-d35a-468e-8b30-40409c5007bb" providerId="AD" clId="Web-{C49828EA-E7A2-D1C1-8D00-80CD23324710}" dt="2026-02-08T10:40:18.670" v="6" actId="14100"/>
        <pc:sldMkLst>
          <pc:docMk/>
          <pc:sldMk cId="2114414157" sldId="2147482550"/>
        </pc:sldMkLst>
        <pc:spChg chg="mod">
          <ac:chgData name="Maurya, Anju (Cognizant)" userId="S::2464031@cognizant.com::23a54afc-d35a-468e-8b30-40409c5007bb" providerId="AD" clId="Web-{C49828EA-E7A2-D1C1-8D00-80CD23324710}" dt="2026-02-08T10:40:18.670" v="6" actId="14100"/>
          <ac:spMkLst>
            <pc:docMk/>
            <pc:sldMk cId="2114414157" sldId="2147482550"/>
            <ac:spMk id="2" creationId="{16D6FCCD-ECA1-F524-F666-5DA2780CD312}"/>
          </ac:spMkLst>
        </pc:spChg>
      </pc:sldChg>
      <pc:sldChg chg="modSp">
        <pc:chgData name="Maurya, Anju (Cognizant)" userId="S::2464031@cognizant.com::23a54afc-d35a-468e-8b30-40409c5007bb" providerId="AD" clId="Web-{C49828EA-E7A2-D1C1-8D00-80CD23324710}" dt="2026-02-08T10:41:48.108" v="7" actId="1076"/>
        <pc:sldMkLst>
          <pc:docMk/>
          <pc:sldMk cId="1056327975" sldId="2147482552"/>
        </pc:sldMkLst>
        <pc:spChg chg="mod">
          <ac:chgData name="Maurya, Anju (Cognizant)" userId="S::2464031@cognizant.com::23a54afc-d35a-468e-8b30-40409c5007bb" providerId="AD" clId="Web-{C49828EA-E7A2-D1C1-8D00-80CD23324710}" dt="2026-02-08T10:41:48.108" v="7" actId="1076"/>
          <ac:spMkLst>
            <pc:docMk/>
            <pc:sldMk cId="1056327975" sldId="2147482552"/>
            <ac:spMk id="7" creationId="{2BCEE447-E2B7-FEF7-9705-68020194E48B}"/>
          </ac:spMkLst>
        </pc:spChg>
      </pc:sldChg>
      <pc:sldChg chg="modSp">
        <pc:chgData name="Maurya, Anju (Cognizant)" userId="S::2464031@cognizant.com::23a54afc-d35a-468e-8b30-40409c5007bb" providerId="AD" clId="Web-{C49828EA-E7A2-D1C1-8D00-80CD23324710}" dt="2026-02-08T10:43:12.765" v="11" actId="20577"/>
        <pc:sldMkLst>
          <pc:docMk/>
          <pc:sldMk cId="1878499348" sldId="2147482555"/>
        </pc:sldMkLst>
        <pc:spChg chg="mod">
          <ac:chgData name="Maurya, Anju (Cognizant)" userId="S::2464031@cognizant.com::23a54afc-d35a-468e-8b30-40409c5007bb" providerId="AD" clId="Web-{C49828EA-E7A2-D1C1-8D00-80CD23324710}" dt="2026-02-08T10:43:12.765" v="11" actId="20577"/>
          <ac:spMkLst>
            <pc:docMk/>
            <pc:sldMk cId="1878499348" sldId="2147482555"/>
            <ac:spMk id="3" creationId="{CB83809A-73CD-CC9C-332F-21741DE8A5CB}"/>
          </ac:spMkLst>
        </pc:spChg>
      </pc:sldChg>
    </pc:docChg>
  </pc:docChgLst>
  <pc:docChgLst>
    <pc:chgData name="Donekar, Neha Dindayal (Cognizant)" userId="S::2464437@cognizant.com::1bd6f233-9628-48c9-a3f2-50ee5f445255" providerId="AD" clId="Web-{9120A6AA-661F-F571-8CEA-D51C06614A81}"/>
    <pc:docChg chg="addSld modSld modSection">
      <pc:chgData name="Donekar, Neha Dindayal (Cognizant)" userId="S::2464437@cognizant.com::1bd6f233-9628-48c9-a3f2-50ee5f445255" providerId="AD" clId="Web-{9120A6AA-661F-F571-8CEA-D51C06614A81}" dt="2026-02-02T12:35:55.037" v="44"/>
      <pc:docMkLst>
        <pc:docMk/>
      </pc:docMkLst>
      <pc:sldChg chg="addSp delSp modSp new">
        <pc:chgData name="Donekar, Neha Dindayal (Cognizant)" userId="S::2464437@cognizant.com::1bd6f233-9628-48c9-a3f2-50ee5f445255" providerId="AD" clId="Web-{9120A6AA-661F-F571-8CEA-D51C06614A81}" dt="2026-02-02T12:35:55.037" v="44"/>
        <pc:sldMkLst>
          <pc:docMk/>
          <pc:sldMk cId="2199116908" sldId="2147482539"/>
        </pc:sldMkLst>
        <pc:spChg chg="mod">
          <ac:chgData name="Donekar, Neha Dindayal (Cognizant)" userId="S::2464437@cognizant.com::1bd6f233-9628-48c9-a3f2-50ee5f445255" providerId="AD" clId="Web-{9120A6AA-661F-F571-8CEA-D51C06614A81}" dt="2026-02-02T12:28:35.961" v="20" actId="20577"/>
          <ac:spMkLst>
            <pc:docMk/>
            <pc:sldMk cId="2199116908" sldId="2147482539"/>
            <ac:spMk id="2" creationId="{16F6D264-6B03-157C-F007-A8E10E603AC7}"/>
          </ac:spMkLst>
        </pc:spChg>
        <pc:spChg chg="add mod">
          <ac:chgData name="Donekar, Neha Dindayal (Cognizant)" userId="S::2464437@cognizant.com::1bd6f233-9628-48c9-a3f2-50ee5f445255" providerId="AD" clId="Web-{9120A6AA-661F-F571-8CEA-D51C06614A81}" dt="2026-02-02T12:35:19.427" v="40"/>
          <ac:spMkLst>
            <pc:docMk/>
            <pc:sldMk cId="2199116908" sldId="2147482539"/>
            <ac:spMk id="10" creationId="{BC50B798-65A7-518F-8677-5AFC6411E5DF}"/>
          </ac:spMkLst>
        </pc:spChg>
        <pc:spChg chg="add mod">
          <ac:chgData name="Donekar, Neha Dindayal (Cognizant)" userId="S::2464437@cognizant.com::1bd6f233-9628-48c9-a3f2-50ee5f445255" providerId="AD" clId="Web-{9120A6AA-661F-F571-8CEA-D51C06614A81}" dt="2026-02-02T12:35:55.037" v="44"/>
          <ac:spMkLst>
            <pc:docMk/>
            <pc:sldMk cId="2199116908" sldId="2147482539"/>
            <ac:spMk id="11" creationId="{7D4409BD-5862-E529-8E54-E6048015125C}"/>
          </ac:spMkLst>
        </pc:spChg>
        <pc:picChg chg="add mod">
          <ac:chgData name="Donekar, Neha Dindayal (Cognizant)" userId="S::2464437@cognizant.com::1bd6f233-9628-48c9-a3f2-50ee5f445255" providerId="AD" clId="Web-{9120A6AA-661F-F571-8CEA-D51C06614A81}" dt="2026-02-02T12:33:32.846" v="27" actId="1076"/>
          <ac:picMkLst>
            <pc:docMk/>
            <pc:sldMk cId="2199116908" sldId="2147482539"/>
            <ac:picMk id="9" creationId="{3E659F33-1DBC-6969-532B-E4E8F2B30748}"/>
          </ac:picMkLst>
        </pc:picChg>
      </pc:sldChg>
    </pc:docChg>
  </pc:docChgLst>
  <pc:docChgLst>
    <pc:chgData name="Donekar, Neha Dindayal (Cognizant)" userId="S::2464437@cognizant.com::1bd6f233-9628-48c9-a3f2-50ee5f445255" providerId="AD" clId="Web-{5F576873-AB53-95D5-37D4-9DF720AC84AD}"/>
    <pc:docChg chg="addSld delSld modSld sldOrd addSection delSection modSection">
      <pc:chgData name="Donekar, Neha Dindayal (Cognizant)" userId="S::2464437@cognizant.com::1bd6f233-9628-48c9-a3f2-50ee5f445255" providerId="AD" clId="Web-{5F576873-AB53-95D5-37D4-9DF720AC84AD}" dt="2026-02-05T16:45:41.054" v="257" actId="20577"/>
      <pc:docMkLst>
        <pc:docMk/>
      </pc:docMkLst>
      <pc:sldChg chg="delSp">
        <pc:chgData name="Donekar, Neha Dindayal (Cognizant)" userId="S::2464437@cognizant.com::1bd6f233-9628-48c9-a3f2-50ee5f445255" providerId="AD" clId="Web-{5F576873-AB53-95D5-37D4-9DF720AC84AD}" dt="2026-02-05T16:25:28.155" v="247"/>
        <pc:sldMkLst>
          <pc:docMk/>
          <pc:sldMk cId="2713534842" sldId="2147479184"/>
        </pc:sldMkLst>
      </pc:sldChg>
      <pc:sldChg chg="addSp delSp modSp">
        <pc:chgData name="Donekar, Neha Dindayal (Cognizant)" userId="S::2464437@cognizant.com::1bd6f233-9628-48c9-a3f2-50ee5f445255" providerId="AD" clId="Web-{5F576873-AB53-95D5-37D4-9DF720AC84AD}" dt="2026-02-05T16:11:30.593" v="40" actId="1076"/>
        <pc:sldMkLst>
          <pc:docMk/>
          <pc:sldMk cId="1295377033" sldId="2147479207"/>
        </pc:sldMkLst>
        <pc:spChg chg="mod">
          <ac:chgData name="Donekar, Neha Dindayal (Cognizant)" userId="S::2464437@cognizant.com::1bd6f233-9628-48c9-a3f2-50ee5f445255" providerId="AD" clId="Web-{5F576873-AB53-95D5-37D4-9DF720AC84AD}" dt="2026-02-05T16:07:11.086" v="25" actId="20577"/>
          <ac:spMkLst>
            <pc:docMk/>
            <pc:sldMk cId="1295377033" sldId="2147479207"/>
            <ac:spMk id="12" creationId="{9B6BF6B7-2A2A-FB6B-526A-5703D02DE72C}"/>
          </ac:spMkLst>
        </pc:spChg>
        <pc:picChg chg="mod">
          <ac:chgData name="Donekar, Neha Dindayal (Cognizant)" userId="S::2464437@cognizant.com::1bd6f233-9628-48c9-a3f2-50ee5f445255" providerId="AD" clId="Web-{5F576873-AB53-95D5-37D4-9DF720AC84AD}" dt="2026-02-05T16:11:30.593" v="40" actId="1076"/>
          <ac:picMkLst>
            <pc:docMk/>
            <pc:sldMk cId="1295377033" sldId="2147479207"/>
            <ac:picMk id="14" creationId="{A7D70E70-FB0D-1F51-BDCB-7CEA1C227790}"/>
          </ac:picMkLst>
        </pc:picChg>
      </pc:sldChg>
      <pc:sldChg chg="modSp">
        <pc:chgData name="Donekar, Neha Dindayal (Cognizant)" userId="S::2464437@cognizant.com::1bd6f233-9628-48c9-a3f2-50ee5f445255" providerId="AD" clId="Web-{5F576873-AB53-95D5-37D4-9DF720AC84AD}" dt="2026-02-05T16:24:08.948" v="246"/>
        <pc:sldMkLst>
          <pc:docMk/>
          <pc:sldMk cId="1763888942" sldId="2147482529"/>
        </pc:sldMkLst>
        <pc:graphicFrameChg chg="mod modGraphic">
          <ac:chgData name="Donekar, Neha Dindayal (Cognizant)" userId="S::2464437@cognizant.com::1bd6f233-9628-48c9-a3f2-50ee5f445255" providerId="AD" clId="Web-{5F576873-AB53-95D5-37D4-9DF720AC84AD}" dt="2026-02-05T16:24:08.948" v="246"/>
          <ac:graphicFrameMkLst>
            <pc:docMk/>
            <pc:sldMk cId="1763888942" sldId="2147482529"/>
            <ac:graphicFrameMk id="6" creationId="{8C7F5129-DF90-F6AD-300F-B1CE8A8A2527}"/>
          </ac:graphicFrameMkLst>
        </pc:graphicFrameChg>
        <pc:graphicFrameChg chg="mod modGraphic">
          <ac:chgData name="Donekar, Neha Dindayal (Cognizant)" userId="S::2464437@cognizant.com::1bd6f233-9628-48c9-a3f2-50ee5f445255" providerId="AD" clId="Web-{5F576873-AB53-95D5-37D4-9DF720AC84AD}" dt="2026-02-05T16:23:58.823" v="236"/>
          <ac:graphicFrameMkLst>
            <pc:docMk/>
            <pc:sldMk cId="1763888942" sldId="2147482529"/>
            <ac:graphicFrameMk id="7" creationId="{9CDB2D59-BCDC-F784-28A9-2D4003F50308}"/>
          </ac:graphicFrameMkLst>
        </pc:graphicFrameChg>
      </pc:sldChg>
      <pc:sldChg chg="modSp">
        <pc:chgData name="Donekar, Neha Dindayal (Cognizant)" userId="S::2464437@cognizant.com::1bd6f233-9628-48c9-a3f2-50ee5f445255" providerId="AD" clId="Web-{5F576873-AB53-95D5-37D4-9DF720AC84AD}" dt="2026-02-05T16:45:41.054" v="257" actId="20577"/>
        <pc:sldMkLst>
          <pc:docMk/>
          <pc:sldMk cId="2702117091" sldId="2147482547"/>
        </pc:sldMkLst>
        <pc:spChg chg="mod">
          <ac:chgData name="Donekar, Neha Dindayal (Cognizant)" userId="S::2464437@cognizant.com::1bd6f233-9628-48c9-a3f2-50ee5f445255" providerId="AD" clId="Web-{5F576873-AB53-95D5-37D4-9DF720AC84AD}" dt="2026-02-05T16:45:41.054" v="257" actId="20577"/>
          <ac:spMkLst>
            <pc:docMk/>
            <pc:sldMk cId="2702117091" sldId="2147482547"/>
            <ac:spMk id="9" creationId="{B0B55889-43ED-F58B-FC0D-10921D52D6E5}"/>
          </ac:spMkLst>
        </pc:spChg>
      </pc:sldChg>
      <pc:sldChg chg="delSp">
        <pc:chgData name="Donekar, Neha Dindayal (Cognizant)" userId="S::2464437@cognizant.com::1bd6f233-9628-48c9-a3f2-50ee5f445255" providerId="AD" clId="Web-{5F576873-AB53-95D5-37D4-9DF720AC84AD}" dt="2026-02-05T16:17:10.598" v="58"/>
        <pc:sldMkLst>
          <pc:docMk/>
          <pc:sldMk cId="1056327975" sldId="2147482552"/>
        </pc:sldMkLst>
      </pc:sldChg>
      <pc:sldChg chg="addSp modSp">
        <pc:chgData name="Donekar, Neha Dindayal (Cognizant)" userId="S::2464437@cognizant.com::1bd6f233-9628-48c9-a3f2-50ee5f445255" providerId="AD" clId="Web-{5F576873-AB53-95D5-37D4-9DF720AC84AD}" dt="2026-02-05T16:12:00.891" v="46" actId="14100"/>
        <pc:sldMkLst>
          <pc:docMk/>
          <pc:sldMk cId="3960804367" sldId="2147482554"/>
        </pc:sldMkLst>
        <pc:picChg chg="add mod">
          <ac:chgData name="Donekar, Neha Dindayal (Cognizant)" userId="S::2464437@cognizant.com::1bd6f233-9628-48c9-a3f2-50ee5f445255" providerId="AD" clId="Web-{5F576873-AB53-95D5-37D4-9DF720AC84AD}" dt="2026-02-05T16:11:51.187" v="44" actId="1076"/>
          <ac:picMkLst>
            <pc:docMk/>
            <pc:sldMk cId="3960804367" sldId="2147482554"/>
            <ac:picMk id="3" creationId="{DE135687-93A6-6689-61DC-B8B4B499C62B}"/>
          </ac:picMkLst>
        </pc:picChg>
        <pc:picChg chg="mod">
          <ac:chgData name="Donekar, Neha Dindayal (Cognizant)" userId="S::2464437@cognizant.com::1bd6f233-9628-48c9-a3f2-50ee5f445255" providerId="AD" clId="Web-{5F576873-AB53-95D5-37D4-9DF720AC84AD}" dt="2026-02-05T16:12:00.891" v="46" actId="14100"/>
          <ac:picMkLst>
            <pc:docMk/>
            <pc:sldMk cId="3960804367" sldId="2147482554"/>
            <ac:picMk id="8" creationId="{1264E2BE-A5E7-9D49-A4B3-F542797BDF91}"/>
          </ac:picMkLst>
        </pc:picChg>
        <pc:picChg chg="add mod">
          <ac:chgData name="Donekar, Neha Dindayal (Cognizant)" userId="S::2464437@cognizant.com::1bd6f233-9628-48c9-a3f2-50ee5f445255" providerId="AD" clId="Web-{5F576873-AB53-95D5-37D4-9DF720AC84AD}" dt="2026-02-05T16:10:59.546" v="36" actId="1076"/>
          <ac:picMkLst>
            <pc:docMk/>
            <pc:sldMk cId="3960804367" sldId="2147482554"/>
            <ac:picMk id="9" creationId="{30095A69-FEA1-DFAE-A73D-4494D6745F2A}"/>
          </ac:picMkLst>
        </pc:picChg>
        <pc:picChg chg="mod">
          <ac:chgData name="Donekar, Neha Dindayal (Cognizant)" userId="S::2464437@cognizant.com::1bd6f233-9628-48c9-a3f2-50ee5f445255" providerId="AD" clId="Web-{5F576873-AB53-95D5-37D4-9DF720AC84AD}" dt="2026-02-05T16:10:57.155" v="35" actId="1076"/>
          <ac:picMkLst>
            <pc:docMk/>
            <pc:sldMk cId="3960804367" sldId="2147482554"/>
            <ac:picMk id="10" creationId="{E1BCCA20-E14E-BB66-035D-460FCB5AF5A9}"/>
          </ac:picMkLst>
        </pc:picChg>
      </pc:sldChg>
      <pc:sldChg chg="modSp new">
        <pc:chgData name="Donekar, Neha Dindayal (Cognizant)" userId="S::2464437@cognizant.com::1bd6f233-9628-48c9-a3f2-50ee5f445255" providerId="AD" clId="Web-{5F576873-AB53-95D5-37D4-9DF720AC84AD}" dt="2026-02-05T16:14:59.003" v="51"/>
        <pc:sldMkLst>
          <pc:docMk/>
          <pc:sldMk cId="1878499348" sldId="2147482555"/>
        </pc:sldMkLst>
        <pc:spChg chg="mod">
          <ac:chgData name="Donekar, Neha Dindayal (Cognizant)" userId="S::2464437@cognizant.com::1bd6f233-9628-48c9-a3f2-50ee5f445255" providerId="AD" clId="Web-{5F576873-AB53-95D5-37D4-9DF720AC84AD}" dt="2026-02-05T16:14:59.003" v="51"/>
          <ac:spMkLst>
            <pc:docMk/>
            <pc:sldMk cId="1878499348" sldId="2147482555"/>
            <ac:spMk id="2" creationId="{71CB6E15-E8BF-F4ED-8199-C9A82C4A1F83}"/>
          </ac:spMkLst>
        </pc:spChg>
        <pc:spChg chg="mod">
          <ac:chgData name="Donekar, Neha Dindayal (Cognizant)" userId="S::2464437@cognizant.com::1bd6f233-9628-48c9-a3f2-50ee5f445255" providerId="AD" clId="Web-{5F576873-AB53-95D5-37D4-9DF720AC84AD}" dt="2026-02-05T16:14:42.065" v="50" actId="14100"/>
          <ac:spMkLst>
            <pc:docMk/>
            <pc:sldMk cId="1878499348" sldId="2147482555"/>
            <ac:spMk id="3" creationId="{CB83809A-73CD-CC9C-332F-21741DE8A5CB}"/>
          </ac:spMkLst>
        </pc:spChg>
      </pc:sldChg>
      <pc:sldChg chg="delSp modSp add">
        <pc:chgData name="Donekar, Neha Dindayal (Cognizant)" userId="S::2464437@cognizant.com::1bd6f233-9628-48c9-a3f2-50ee5f445255" providerId="AD" clId="Web-{5F576873-AB53-95D5-37D4-9DF720AC84AD}" dt="2026-02-05T16:16:44.754" v="57"/>
        <pc:sldMkLst>
          <pc:docMk/>
          <pc:sldMk cId="2839280927" sldId="2147482599"/>
        </pc:sldMkLst>
        <pc:spChg chg="mod">
          <ac:chgData name="Donekar, Neha Dindayal (Cognizant)" userId="S::2464437@cognizant.com::1bd6f233-9628-48c9-a3f2-50ee5f445255" providerId="AD" clId="Web-{5F576873-AB53-95D5-37D4-9DF720AC84AD}" dt="2026-02-05T16:16:44.754" v="57"/>
          <ac:spMkLst>
            <pc:docMk/>
            <pc:sldMk cId="2839280927" sldId="2147482599"/>
            <ac:spMk id="5" creationId="{093B3180-7560-2E4F-B808-033FD08E92B6}"/>
          </ac:spMkLst>
        </pc:spChg>
      </pc:sldChg>
      <pc:sldChg chg="modSp new">
        <pc:chgData name="Donekar, Neha Dindayal (Cognizant)" userId="S::2464437@cognizant.com::1bd6f233-9628-48c9-a3f2-50ee5f445255" providerId="AD" clId="Web-{5F576873-AB53-95D5-37D4-9DF720AC84AD}" dt="2026-02-05T16:21:49.991" v="222" actId="14100"/>
        <pc:sldMkLst>
          <pc:docMk/>
          <pc:sldMk cId="4074670458" sldId="2147482601"/>
        </pc:sldMkLst>
        <pc:spChg chg="mod">
          <ac:chgData name="Donekar, Neha Dindayal (Cognizant)" userId="S::2464437@cognizant.com::1bd6f233-9628-48c9-a3f2-50ee5f445255" providerId="AD" clId="Web-{5F576873-AB53-95D5-37D4-9DF720AC84AD}" dt="2026-02-05T16:20:49.787" v="218" actId="20577"/>
          <ac:spMkLst>
            <pc:docMk/>
            <pc:sldMk cId="4074670458" sldId="2147482601"/>
            <ac:spMk id="2" creationId="{5326BB88-F334-2F4B-971F-AC068583936C}"/>
          </ac:spMkLst>
        </pc:spChg>
        <pc:spChg chg="mod">
          <ac:chgData name="Donekar, Neha Dindayal (Cognizant)" userId="S::2464437@cognizant.com::1bd6f233-9628-48c9-a3f2-50ee5f445255" providerId="AD" clId="Web-{5F576873-AB53-95D5-37D4-9DF720AC84AD}" dt="2026-02-05T16:21:49.991" v="222" actId="14100"/>
          <ac:spMkLst>
            <pc:docMk/>
            <pc:sldMk cId="4074670458" sldId="2147482601"/>
            <ac:spMk id="3" creationId="{4A12A563-BF83-74C4-56DE-1914FB1967A8}"/>
          </ac:spMkLst>
        </pc:spChg>
      </pc:sldChg>
    </pc:docChg>
  </pc:docChgLst>
  <pc:docChgLst>
    <pc:chgData name="Donekar, Neha Dindayal (Cognizant)" userId="S::2464437@cognizant.com::1bd6f233-9628-48c9-a3f2-50ee5f445255" providerId="AD" clId="Web-{8017ADDB-A387-14F2-162B-CC6C6ACD96F3}"/>
    <pc:docChg chg="addSld modSld modSection">
      <pc:chgData name="Donekar, Neha Dindayal (Cognizant)" userId="S::2464437@cognizant.com::1bd6f233-9628-48c9-a3f2-50ee5f445255" providerId="AD" clId="Web-{8017ADDB-A387-14F2-162B-CC6C6ACD96F3}" dt="2026-01-31T07:06:35.842" v="155" actId="14100"/>
      <pc:docMkLst>
        <pc:docMk/>
      </pc:docMkLst>
      <pc:sldChg chg="addSp delSp modSp">
        <pc:chgData name="Donekar, Neha Dindayal (Cognizant)" userId="S::2464437@cognizant.com::1bd6f233-9628-48c9-a3f2-50ee5f445255" providerId="AD" clId="Web-{8017ADDB-A387-14F2-162B-CC6C6ACD96F3}" dt="2026-01-31T06:57:01.727" v="115"/>
        <pc:sldMkLst>
          <pc:docMk/>
          <pc:sldMk cId="2970257972" sldId="2147479223"/>
        </pc:sldMkLst>
        <pc:picChg chg="add mod">
          <ac:chgData name="Donekar, Neha Dindayal (Cognizant)" userId="S::2464437@cognizant.com::1bd6f233-9628-48c9-a3f2-50ee5f445255" providerId="AD" clId="Web-{8017ADDB-A387-14F2-162B-CC6C6ACD96F3}" dt="2026-01-31T06:52:56.367" v="90" actId="1076"/>
          <ac:picMkLst>
            <pc:docMk/>
            <pc:sldMk cId="2970257972" sldId="2147479223"/>
            <ac:picMk id="20" creationId="{66552354-D01D-C72B-F2FA-D2AB30415270}"/>
          </ac:picMkLst>
        </pc:picChg>
        <pc:picChg chg="add mod">
          <ac:chgData name="Donekar, Neha Dindayal (Cognizant)" userId="S::2464437@cognizant.com::1bd6f233-9628-48c9-a3f2-50ee5f445255" providerId="AD" clId="Web-{8017ADDB-A387-14F2-162B-CC6C6ACD96F3}" dt="2026-01-31T06:53:15.195" v="94" actId="1076"/>
          <ac:picMkLst>
            <pc:docMk/>
            <pc:sldMk cId="2970257972" sldId="2147479223"/>
            <ac:picMk id="21" creationId="{79736E02-5216-8D2D-8EBC-2C2356CEB0BE}"/>
          </ac:picMkLst>
        </pc:picChg>
      </pc:sldChg>
      <pc:sldChg chg="addSp delSp modSp">
        <pc:chgData name="Donekar, Neha Dindayal (Cognizant)" userId="S::2464437@cognizant.com::1bd6f233-9628-48c9-a3f2-50ee5f445255" providerId="AD" clId="Web-{8017ADDB-A387-14F2-162B-CC6C6ACD96F3}" dt="2026-01-31T07:06:35.842" v="155" actId="14100"/>
        <pc:sldMkLst>
          <pc:docMk/>
          <pc:sldMk cId="3421754530" sldId="2147479227"/>
        </pc:sldMkLst>
        <pc:picChg chg="add mod">
          <ac:chgData name="Donekar, Neha Dindayal (Cognizant)" userId="S::2464437@cognizant.com::1bd6f233-9628-48c9-a3f2-50ee5f445255" providerId="AD" clId="Web-{8017ADDB-A387-14F2-162B-CC6C6ACD96F3}" dt="2026-01-31T07:01:45.635" v="147" actId="1076"/>
          <ac:picMkLst>
            <pc:docMk/>
            <pc:sldMk cId="3421754530" sldId="2147479227"/>
            <ac:picMk id="8" creationId="{57943C21-3E87-4E37-DAB4-B2C991C0CB1E}"/>
          </ac:picMkLst>
        </pc:picChg>
      </pc:sldChg>
      <pc:sldChg chg="addSp delSp modSp new">
        <pc:chgData name="Donekar, Neha Dindayal (Cognizant)" userId="S::2464437@cognizant.com::1bd6f233-9628-48c9-a3f2-50ee5f445255" providerId="AD" clId="Web-{8017ADDB-A387-14F2-162B-CC6C6ACD96F3}" dt="2026-01-31T07:00:40.009" v="137" actId="14100"/>
        <pc:sldMkLst>
          <pc:docMk/>
          <pc:sldMk cId="4140955832" sldId="2147482534"/>
        </pc:sldMkLst>
        <pc:spChg chg="add mod">
          <ac:chgData name="Donekar, Neha Dindayal (Cognizant)" userId="S::2464437@cognizant.com::1bd6f233-9628-48c9-a3f2-50ee5f445255" providerId="AD" clId="Web-{8017ADDB-A387-14F2-162B-CC6C6ACD96F3}" dt="2026-01-31T07:00:40.009" v="137" actId="14100"/>
          <ac:spMkLst>
            <pc:docMk/>
            <pc:sldMk cId="4140955832" sldId="2147482534"/>
            <ac:spMk id="9" creationId="{FAD9ABCD-C578-430E-564E-61C6CFAF4B17}"/>
          </ac:spMkLst>
        </pc:spChg>
        <pc:spChg chg="add mod">
          <ac:chgData name="Donekar, Neha Dindayal (Cognizant)" userId="S::2464437@cognizant.com::1bd6f233-9628-48c9-a3f2-50ee5f445255" providerId="AD" clId="Web-{8017ADDB-A387-14F2-162B-CC6C6ACD96F3}" dt="2026-01-31T06:59:43.306" v="134" actId="20577"/>
          <ac:spMkLst>
            <pc:docMk/>
            <pc:sldMk cId="4140955832" sldId="2147482534"/>
            <ac:spMk id="10" creationId="{61248264-031E-DD46-09F9-76AE7D65453D}"/>
          </ac:spMkLst>
        </pc:spChg>
        <pc:picChg chg="add mod">
          <ac:chgData name="Donekar, Neha Dindayal (Cognizant)" userId="S::2464437@cognizant.com::1bd6f233-9628-48c9-a3f2-50ee5f445255" providerId="AD" clId="Web-{8017ADDB-A387-14F2-162B-CC6C6ACD96F3}" dt="2026-01-31T06:57:52.993" v="120" actId="1076"/>
          <ac:picMkLst>
            <pc:docMk/>
            <pc:sldMk cId="4140955832" sldId="2147482534"/>
            <ac:picMk id="8" creationId="{973A09FF-6B39-98E7-FAD3-A07354728426}"/>
          </ac:picMkLst>
        </pc:picChg>
      </pc:sldChg>
    </pc:docChg>
  </pc:docChgLst>
  <pc:docChgLst>
    <pc:chgData name="Donekar, Neha Dindayal (Cognizant)" userId="1bd6f233-9628-48c9-a3f2-50ee5f445255" providerId="ADAL" clId="{A9C172E7-2C5E-43A1-9378-62EFBC056BBD}"/>
    <pc:docChg chg="undo redo custSel addSld delSld modSld sldOrd addSection delSection modSection">
      <pc:chgData name="Donekar, Neha Dindayal (Cognizant)" userId="1bd6f233-9628-48c9-a3f2-50ee5f445255" providerId="ADAL" clId="{A9C172E7-2C5E-43A1-9378-62EFBC056BBD}" dt="2026-02-06T06:49:12.410" v="2974" actId="1076"/>
      <pc:docMkLst>
        <pc:docMk/>
      </pc:docMkLst>
      <pc:sldChg chg="addSp modSp mod">
        <pc:chgData name="Donekar, Neha Dindayal (Cognizant)" userId="1bd6f233-9628-48c9-a3f2-50ee5f445255" providerId="ADAL" clId="{A9C172E7-2C5E-43A1-9378-62EFBC056BBD}" dt="2026-02-05T05:00:19.752" v="1978" actId="1076"/>
        <pc:sldMkLst>
          <pc:docMk/>
          <pc:sldMk cId="2713534842" sldId="2147479184"/>
        </pc:sldMkLst>
      </pc:sldChg>
      <pc:sldChg chg="addSp delSp modSp mod">
        <pc:chgData name="Donekar, Neha Dindayal (Cognizant)" userId="1bd6f233-9628-48c9-a3f2-50ee5f445255" providerId="ADAL" clId="{A9C172E7-2C5E-43A1-9378-62EFBC056BBD}" dt="2026-01-31T08:12:15.152" v="1221" actId="1076"/>
        <pc:sldMkLst>
          <pc:docMk/>
          <pc:sldMk cId="1723723844" sldId="2147479195"/>
        </pc:sldMkLst>
        <pc:spChg chg="add mod">
          <ac:chgData name="Donekar, Neha Dindayal (Cognizant)" userId="1bd6f233-9628-48c9-a3f2-50ee5f445255" providerId="ADAL" clId="{A9C172E7-2C5E-43A1-9378-62EFBC056BBD}" dt="2026-01-31T07:47:31.427" v="1005" actId="15"/>
          <ac:spMkLst>
            <pc:docMk/>
            <pc:sldMk cId="1723723844" sldId="2147479195"/>
            <ac:spMk id="9" creationId="{8E812B71-1FE8-E9D5-7B86-FD5404E99E71}"/>
          </ac:spMkLst>
        </pc:spChg>
        <pc:spChg chg="add mod">
          <ac:chgData name="Donekar, Neha Dindayal (Cognizant)" userId="1bd6f233-9628-48c9-a3f2-50ee5f445255" providerId="ADAL" clId="{A9C172E7-2C5E-43A1-9378-62EFBC056BBD}" dt="2026-01-31T08:11:57.062" v="1220" actId="20577"/>
          <ac:spMkLst>
            <pc:docMk/>
            <pc:sldMk cId="1723723844" sldId="2147479195"/>
            <ac:spMk id="10" creationId="{5470AEB5-C063-DC09-0AD4-C5F0157D86C1}"/>
          </ac:spMkLst>
        </pc:spChg>
        <pc:spChg chg="add mod">
          <ac:chgData name="Donekar, Neha Dindayal (Cognizant)" userId="1bd6f233-9628-48c9-a3f2-50ee5f445255" providerId="ADAL" clId="{A9C172E7-2C5E-43A1-9378-62EFBC056BBD}" dt="2026-01-31T07:50:47.926" v="1033" actId="20577"/>
          <ac:spMkLst>
            <pc:docMk/>
            <pc:sldMk cId="1723723844" sldId="2147479195"/>
            <ac:spMk id="11" creationId="{4106D3CA-9B17-3AB6-15DA-18341AB90C23}"/>
          </ac:spMkLst>
        </pc:spChg>
        <pc:picChg chg="add mod">
          <ac:chgData name="Donekar, Neha Dindayal (Cognizant)" userId="1bd6f233-9628-48c9-a3f2-50ee5f445255" providerId="ADAL" clId="{A9C172E7-2C5E-43A1-9378-62EFBC056BBD}" dt="2026-01-31T08:12:15.152" v="1221" actId="1076"/>
          <ac:picMkLst>
            <pc:docMk/>
            <pc:sldMk cId="1723723844" sldId="2147479195"/>
            <ac:picMk id="8" creationId="{7764011F-E75B-7DC2-28C2-189A75059DA1}"/>
          </ac:picMkLst>
        </pc:picChg>
      </pc:sldChg>
      <pc:sldChg chg="addSp delSp modSp mod chgLayout">
        <pc:chgData name="Donekar, Neha Dindayal (Cognizant)" userId="1bd6f233-9628-48c9-a3f2-50ee5f445255" providerId="ADAL" clId="{A9C172E7-2C5E-43A1-9378-62EFBC056BBD}" dt="2026-02-05T06:08:54.459" v="1992" actId="113"/>
        <pc:sldMkLst>
          <pc:docMk/>
          <pc:sldMk cId="3077924244" sldId="2147479198"/>
        </pc:sldMkLst>
        <pc:spChg chg="add mod">
          <ac:chgData name="Donekar, Neha Dindayal (Cognizant)" userId="1bd6f233-9628-48c9-a3f2-50ee5f445255" providerId="ADAL" clId="{A9C172E7-2C5E-43A1-9378-62EFBC056BBD}" dt="2026-02-05T06:08:54.459" v="1992" actId="113"/>
          <ac:spMkLst>
            <pc:docMk/>
            <pc:sldMk cId="3077924244" sldId="2147479198"/>
            <ac:spMk id="3" creationId="{86D199A2-1C4E-A6ED-F61A-AED45AB3FBED}"/>
          </ac:spMkLst>
        </pc:spChg>
        <pc:picChg chg="add del mod ord">
          <ac:chgData name="Donekar, Neha Dindayal (Cognizant)" userId="1bd6f233-9628-48c9-a3f2-50ee5f445255" providerId="ADAL" clId="{A9C172E7-2C5E-43A1-9378-62EFBC056BBD}" dt="2026-02-05T03:51:52.605" v="1968" actId="1076"/>
          <ac:picMkLst>
            <pc:docMk/>
            <pc:sldMk cId="3077924244" sldId="2147479198"/>
            <ac:picMk id="21" creationId="{6E34A9B7-2029-9F47-5675-FE24A9FC8B3B}"/>
          </ac:picMkLst>
        </pc:picChg>
      </pc:sldChg>
      <pc:sldChg chg="addSp delSp modSp mod">
        <pc:chgData name="Donekar, Neha Dindayal (Cognizant)" userId="1bd6f233-9628-48c9-a3f2-50ee5f445255" providerId="ADAL" clId="{A9C172E7-2C5E-43A1-9378-62EFBC056BBD}" dt="2026-02-01T06:26:49.851" v="1380" actId="1582"/>
        <pc:sldMkLst>
          <pc:docMk/>
          <pc:sldMk cId="3828675346" sldId="2147479206"/>
        </pc:sldMkLst>
        <pc:spChg chg="add mod">
          <ac:chgData name="Donekar, Neha Dindayal (Cognizant)" userId="1bd6f233-9628-48c9-a3f2-50ee5f445255" providerId="ADAL" clId="{A9C172E7-2C5E-43A1-9378-62EFBC056BBD}" dt="2026-02-01T06:22:22.568" v="1351" actId="14"/>
          <ac:spMkLst>
            <pc:docMk/>
            <pc:sldMk cId="3828675346" sldId="2147479206"/>
            <ac:spMk id="9" creationId="{2C7FE11C-877F-0704-2391-0E938A65D250}"/>
          </ac:spMkLst>
        </pc:spChg>
        <pc:spChg chg="add mod">
          <ac:chgData name="Donekar, Neha Dindayal (Cognizant)" userId="1bd6f233-9628-48c9-a3f2-50ee5f445255" providerId="ADAL" clId="{A9C172E7-2C5E-43A1-9378-62EFBC056BBD}" dt="2026-02-01T06:22:37.348" v="1352" actId="1076"/>
          <ac:spMkLst>
            <pc:docMk/>
            <pc:sldMk cId="3828675346" sldId="2147479206"/>
            <ac:spMk id="10" creationId="{E1D16B44-EEF9-24F9-1F9F-B977410E6C89}"/>
          </ac:spMkLst>
        </pc:spChg>
        <pc:picChg chg="add mod">
          <ac:chgData name="Donekar, Neha Dindayal (Cognizant)" userId="1bd6f233-9628-48c9-a3f2-50ee5f445255" providerId="ADAL" clId="{A9C172E7-2C5E-43A1-9378-62EFBC056BBD}" dt="2026-02-01T06:26:49.851" v="1380" actId="1582"/>
          <ac:picMkLst>
            <pc:docMk/>
            <pc:sldMk cId="3828675346" sldId="2147479206"/>
            <ac:picMk id="8" creationId="{B08D0EE9-9138-3870-3252-C6E361F07158}"/>
          </ac:picMkLst>
        </pc:picChg>
      </pc:sldChg>
      <pc:sldChg chg="addSp delSp modSp mod delAnim">
        <pc:chgData name="Donekar, Neha Dindayal (Cognizant)" userId="1bd6f233-9628-48c9-a3f2-50ee5f445255" providerId="ADAL" clId="{A9C172E7-2C5E-43A1-9378-62EFBC056BBD}" dt="2026-02-05T12:40:59.104" v="2592" actId="1076"/>
        <pc:sldMkLst>
          <pc:docMk/>
          <pc:sldMk cId="1295377033" sldId="2147479207"/>
        </pc:sldMkLst>
        <pc:spChg chg="add mod">
          <ac:chgData name="Donekar, Neha Dindayal (Cognizant)" userId="1bd6f233-9628-48c9-a3f2-50ee5f445255" providerId="ADAL" clId="{A9C172E7-2C5E-43A1-9378-62EFBC056BBD}" dt="2026-02-05T12:40:46.694" v="2589" actId="20577"/>
          <ac:spMkLst>
            <pc:docMk/>
            <pc:sldMk cId="1295377033" sldId="2147479207"/>
            <ac:spMk id="12" creationId="{9B6BF6B7-2A2A-FB6B-526A-5703D02DE72C}"/>
          </ac:spMkLst>
        </pc:spChg>
        <pc:picChg chg="add mod">
          <ac:chgData name="Donekar, Neha Dindayal (Cognizant)" userId="1bd6f233-9628-48c9-a3f2-50ee5f445255" providerId="ADAL" clId="{A9C172E7-2C5E-43A1-9378-62EFBC056BBD}" dt="2026-02-05T12:40:59.104" v="2592" actId="1076"/>
          <ac:picMkLst>
            <pc:docMk/>
            <pc:sldMk cId="1295377033" sldId="2147479207"/>
            <ac:picMk id="14" creationId="{A7D70E70-FB0D-1F51-BDCB-7CEA1C227790}"/>
          </ac:picMkLst>
        </pc:picChg>
      </pc:sldChg>
      <pc:sldChg chg="modSp mod">
        <pc:chgData name="Donekar, Neha Dindayal (Cognizant)" userId="1bd6f233-9628-48c9-a3f2-50ee5f445255" providerId="ADAL" clId="{A9C172E7-2C5E-43A1-9378-62EFBC056BBD}" dt="2026-01-25T19:30:23.939" v="637" actId="14100"/>
        <pc:sldMkLst>
          <pc:docMk/>
          <pc:sldMk cId="2515562065" sldId="2147479209"/>
        </pc:sldMkLst>
        <pc:spChg chg="mod">
          <ac:chgData name="Donekar, Neha Dindayal (Cognizant)" userId="1bd6f233-9628-48c9-a3f2-50ee5f445255" providerId="ADAL" clId="{A9C172E7-2C5E-43A1-9378-62EFBC056BBD}" dt="2026-01-25T19:30:23.939" v="637" actId="14100"/>
          <ac:spMkLst>
            <pc:docMk/>
            <pc:sldMk cId="2515562065" sldId="2147479209"/>
            <ac:spMk id="6" creationId="{F877DBC4-1085-2169-24E4-176493FFEA16}"/>
          </ac:spMkLst>
        </pc:spChg>
      </pc:sldChg>
      <pc:sldChg chg="modSp mod">
        <pc:chgData name="Donekar, Neha Dindayal (Cognizant)" userId="1bd6f233-9628-48c9-a3f2-50ee5f445255" providerId="ADAL" clId="{A9C172E7-2C5E-43A1-9378-62EFBC056BBD}" dt="2026-02-06T06:10:23.854" v="2973" actId="14100"/>
        <pc:sldMkLst>
          <pc:docMk/>
          <pc:sldMk cId="628359586" sldId="2147479215"/>
        </pc:sldMkLst>
        <pc:picChg chg="mod">
          <ac:chgData name="Donekar, Neha Dindayal (Cognizant)" userId="1bd6f233-9628-48c9-a3f2-50ee5f445255" providerId="ADAL" clId="{A9C172E7-2C5E-43A1-9378-62EFBC056BBD}" dt="2026-02-06T06:10:23.854" v="2973" actId="14100"/>
          <ac:picMkLst>
            <pc:docMk/>
            <pc:sldMk cId="628359586" sldId="2147479215"/>
            <ac:picMk id="7" creationId="{09606539-9115-7826-0A1E-8E87458D670A}"/>
          </ac:picMkLst>
        </pc:picChg>
      </pc:sldChg>
      <pc:sldChg chg="ord">
        <pc:chgData name="Donekar, Neha Dindayal (Cognizant)" userId="1bd6f233-9628-48c9-a3f2-50ee5f445255" providerId="ADAL" clId="{A9C172E7-2C5E-43A1-9378-62EFBC056BBD}" dt="2026-02-05T03:49:39.621" v="1964"/>
        <pc:sldMkLst>
          <pc:docMk/>
          <pc:sldMk cId="755387742" sldId="2147479218"/>
        </pc:sldMkLst>
      </pc:sldChg>
      <pc:sldChg chg="ord">
        <pc:chgData name="Donekar, Neha Dindayal (Cognizant)" userId="1bd6f233-9628-48c9-a3f2-50ee5f445255" providerId="ADAL" clId="{A9C172E7-2C5E-43A1-9378-62EFBC056BBD}" dt="2026-02-05T03:49:39.621" v="1964"/>
        <pc:sldMkLst>
          <pc:docMk/>
          <pc:sldMk cId="656502650" sldId="2147479219"/>
        </pc:sldMkLst>
      </pc:sldChg>
      <pc:sldChg chg="addSp delSp modSp mod">
        <pc:chgData name="Donekar, Neha Dindayal (Cognizant)" userId="1bd6f233-9628-48c9-a3f2-50ee5f445255" providerId="ADAL" clId="{A9C172E7-2C5E-43A1-9378-62EFBC056BBD}" dt="2026-02-01T06:26:32.840" v="1379" actId="1582"/>
        <pc:sldMkLst>
          <pc:docMk/>
          <pc:sldMk cId="4126980196" sldId="2147479221"/>
        </pc:sldMkLst>
        <pc:spChg chg="add mod">
          <ac:chgData name="Donekar, Neha Dindayal (Cognizant)" userId="1bd6f233-9628-48c9-a3f2-50ee5f445255" providerId="ADAL" clId="{A9C172E7-2C5E-43A1-9378-62EFBC056BBD}" dt="2026-02-01T06:25:58.298" v="1377" actId="1076"/>
          <ac:spMkLst>
            <pc:docMk/>
            <pc:sldMk cId="4126980196" sldId="2147479221"/>
            <ac:spMk id="2" creationId="{876BB61A-4363-F574-0C0B-945E0495E745}"/>
          </ac:spMkLst>
        </pc:spChg>
        <pc:picChg chg="add mod">
          <ac:chgData name="Donekar, Neha Dindayal (Cognizant)" userId="1bd6f233-9628-48c9-a3f2-50ee5f445255" providerId="ADAL" clId="{A9C172E7-2C5E-43A1-9378-62EFBC056BBD}" dt="2026-02-01T06:26:32.840" v="1379" actId="1582"/>
          <ac:picMkLst>
            <pc:docMk/>
            <pc:sldMk cId="4126980196" sldId="2147479221"/>
            <ac:picMk id="7" creationId="{931F934A-6462-6768-4A11-510FA4D0DB11}"/>
          </ac:picMkLst>
        </pc:picChg>
        <pc:picChg chg="add mod">
          <ac:chgData name="Donekar, Neha Dindayal (Cognizant)" userId="1bd6f233-9628-48c9-a3f2-50ee5f445255" providerId="ADAL" clId="{A9C172E7-2C5E-43A1-9378-62EFBC056BBD}" dt="2026-02-01T06:26:21.666" v="1378" actId="1582"/>
          <ac:picMkLst>
            <pc:docMk/>
            <pc:sldMk cId="4126980196" sldId="2147479221"/>
            <ac:picMk id="14" creationId="{9E69B83F-BDF7-D73B-69FD-E1EB0A3440A6}"/>
          </ac:picMkLst>
        </pc:picChg>
      </pc:sldChg>
      <pc:sldChg chg="modSp mod">
        <pc:chgData name="Donekar, Neha Dindayal (Cognizant)" userId="1bd6f233-9628-48c9-a3f2-50ee5f445255" providerId="ADAL" clId="{A9C172E7-2C5E-43A1-9378-62EFBC056BBD}" dt="2026-02-06T06:49:12.410" v="2974" actId="1076"/>
        <pc:sldMkLst>
          <pc:docMk/>
          <pc:sldMk cId="2970257972" sldId="2147479223"/>
        </pc:sldMkLst>
        <pc:picChg chg="mod">
          <ac:chgData name="Donekar, Neha Dindayal (Cognizant)" userId="1bd6f233-9628-48c9-a3f2-50ee5f445255" providerId="ADAL" clId="{A9C172E7-2C5E-43A1-9378-62EFBC056BBD}" dt="2026-02-06T06:49:12.410" v="2974" actId="1076"/>
          <ac:picMkLst>
            <pc:docMk/>
            <pc:sldMk cId="2970257972" sldId="2147479223"/>
            <ac:picMk id="21" creationId="{79736E02-5216-8D2D-8EBC-2C2356CEB0BE}"/>
          </ac:picMkLst>
        </pc:picChg>
      </pc:sldChg>
      <pc:sldChg chg="addSp delSp modSp mod">
        <pc:chgData name="Donekar, Neha Dindayal (Cognizant)" userId="1bd6f233-9628-48c9-a3f2-50ee5f445255" providerId="ADAL" clId="{A9C172E7-2C5E-43A1-9378-62EFBC056BBD}" dt="2026-02-01T06:33:14.889" v="1396" actId="1582"/>
        <pc:sldMkLst>
          <pc:docMk/>
          <pc:sldMk cId="2964089491" sldId="2147479224"/>
        </pc:sldMkLst>
        <pc:spChg chg="add mod">
          <ac:chgData name="Donekar, Neha Dindayal (Cognizant)" userId="1bd6f233-9628-48c9-a3f2-50ee5f445255" providerId="ADAL" clId="{A9C172E7-2C5E-43A1-9378-62EFBC056BBD}" dt="2026-02-01T06:32:12.565" v="1387" actId="1582"/>
          <ac:spMkLst>
            <pc:docMk/>
            <pc:sldMk cId="2964089491" sldId="2147479224"/>
            <ac:spMk id="10" creationId="{EAA8D6C1-ABEE-FDF3-CD2F-DB91107322DE}"/>
          </ac:spMkLst>
        </pc:spChg>
        <pc:spChg chg="add mod">
          <ac:chgData name="Donekar, Neha Dindayal (Cognizant)" userId="1bd6f233-9628-48c9-a3f2-50ee5f445255" providerId="ADAL" clId="{A9C172E7-2C5E-43A1-9378-62EFBC056BBD}" dt="2026-02-01T06:33:14.889" v="1396" actId="1582"/>
          <ac:spMkLst>
            <pc:docMk/>
            <pc:sldMk cId="2964089491" sldId="2147479224"/>
            <ac:spMk id="11" creationId="{19997DD6-A096-D550-885D-B940087BE264}"/>
          </ac:spMkLst>
        </pc:spChg>
        <pc:picChg chg="add mod">
          <ac:chgData name="Donekar, Neha Dindayal (Cognizant)" userId="1bd6f233-9628-48c9-a3f2-50ee5f445255" providerId="ADAL" clId="{A9C172E7-2C5E-43A1-9378-62EFBC056BBD}" dt="2026-02-01T06:29:38.766" v="1383" actId="1076"/>
          <ac:picMkLst>
            <pc:docMk/>
            <pc:sldMk cId="2964089491" sldId="2147479224"/>
            <ac:picMk id="9" creationId="{3BCC7D88-2262-B51E-0D34-45D0075CFB6B}"/>
          </ac:picMkLst>
        </pc:picChg>
      </pc:sldChg>
      <pc:sldChg chg="addSp delSp modSp mod">
        <pc:chgData name="Donekar, Neha Dindayal (Cognizant)" userId="1bd6f233-9628-48c9-a3f2-50ee5f445255" providerId="ADAL" clId="{A9C172E7-2C5E-43A1-9378-62EFBC056BBD}" dt="2026-02-01T07:46:40.964" v="1405" actId="122"/>
        <pc:sldMkLst>
          <pc:docMk/>
          <pc:sldMk cId="3421754530" sldId="2147479227"/>
        </pc:sldMkLst>
        <pc:spChg chg="mod">
          <ac:chgData name="Donekar, Neha Dindayal (Cognizant)" userId="1bd6f233-9628-48c9-a3f2-50ee5f445255" providerId="ADAL" clId="{A9C172E7-2C5E-43A1-9378-62EFBC056BBD}" dt="2026-01-31T07:32:06.153" v="947" actId="20577"/>
          <ac:spMkLst>
            <pc:docMk/>
            <pc:sldMk cId="3421754530" sldId="2147479227"/>
            <ac:spMk id="2" creationId="{A3E8BE8F-DEF0-9831-8C64-3FA7422FE0C6}"/>
          </ac:spMkLst>
        </pc:spChg>
        <pc:spChg chg="add mod">
          <ac:chgData name="Donekar, Neha Dindayal (Cognizant)" userId="1bd6f233-9628-48c9-a3f2-50ee5f445255" providerId="ADAL" clId="{A9C172E7-2C5E-43A1-9378-62EFBC056BBD}" dt="2026-02-01T07:46:40.964" v="1405" actId="122"/>
          <ac:spMkLst>
            <pc:docMk/>
            <pc:sldMk cId="3421754530" sldId="2147479227"/>
            <ac:spMk id="7" creationId="{91AEB9AC-66CF-7B19-87D7-7C3439D3A8A0}"/>
          </ac:spMkLst>
        </pc:spChg>
        <pc:picChg chg="add mod">
          <ac:chgData name="Donekar, Neha Dindayal (Cognizant)" userId="1bd6f233-9628-48c9-a3f2-50ee5f445255" providerId="ADAL" clId="{A9C172E7-2C5E-43A1-9378-62EFBC056BBD}" dt="2026-02-01T06:17:06.815" v="1299" actId="1076"/>
          <ac:picMkLst>
            <pc:docMk/>
            <pc:sldMk cId="3421754530" sldId="2147479227"/>
            <ac:picMk id="6" creationId="{7D275F83-46B5-927E-A9F6-65432F2555AA}"/>
          </ac:picMkLst>
        </pc:picChg>
        <pc:picChg chg="mod modCrop">
          <ac:chgData name="Donekar, Neha Dindayal (Cognizant)" userId="1bd6f233-9628-48c9-a3f2-50ee5f445255" providerId="ADAL" clId="{A9C172E7-2C5E-43A1-9378-62EFBC056BBD}" dt="2026-02-01T06:16:34.553" v="1292" actId="1076"/>
          <ac:picMkLst>
            <pc:docMk/>
            <pc:sldMk cId="3421754530" sldId="2147479227"/>
            <ac:picMk id="8" creationId="{57943C21-3E87-4E37-DAB4-B2C991C0CB1E}"/>
          </ac:picMkLst>
        </pc:picChg>
      </pc:sldChg>
      <pc:sldChg chg="modSp mod">
        <pc:chgData name="Donekar, Neha Dindayal (Cognizant)" userId="1bd6f233-9628-48c9-a3f2-50ee5f445255" providerId="ADAL" clId="{A9C172E7-2C5E-43A1-9378-62EFBC056BBD}" dt="2026-02-01T06:08:06.641" v="1262" actId="20577"/>
        <pc:sldMkLst>
          <pc:docMk/>
          <pc:sldMk cId="3897809506" sldId="2147479228"/>
        </pc:sldMkLst>
        <pc:spChg chg="mod">
          <ac:chgData name="Donekar, Neha Dindayal (Cognizant)" userId="1bd6f233-9628-48c9-a3f2-50ee5f445255" providerId="ADAL" clId="{A9C172E7-2C5E-43A1-9378-62EFBC056BBD}" dt="2026-02-01T06:08:06.641" v="1262" actId="20577"/>
          <ac:spMkLst>
            <pc:docMk/>
            <pc:sldMk cId="3897809506" sldId="2147479228"/>
            <ac:spMk id="6" creationId="{0BD1F7B1-38B1-CB30-34F0-F9995D04EFAF}"/>
          </ac:spMkLst>
        </pc:spChg>
      </pc:sldChg>
      <pc:sldChg chg="addSp delSp modSp mod modShow">
        <pc:chgData name="Donekar, Neha Dindayal (Cognizant)" userId="1bd6f233-9628-48c9-a3f2-50ee5f445255" providerId="ADAL" clId="{A9C172E7-2C5E-43A1-9378-62EFBC056BBD}" dt="2026-02-05T06:39:04.203" v="2043" actId="14100"/>
        <pc:sldMkLst>
          <pc:docMk/>
          <pc:sldMk cId="2531318228" sldId="2147479230"/>
        </pc:sldMkLst>
        <pc:spChg chg="add del">
          <ac:chgData name="Donekar, Neha Dindayal (Cognizant)" userId="1bd6f233-9628-48c9-a3f2-50ee5f445255" providerId="ADAL" clId="{A9C172E7-2C5E-43A1-9378-62EFBC056BBD}" dt="2026-02-05T06:16:32.543" v="1995" actId="478"/>
          <ac:spMkLst>
            <pc:docMk/>
            <pc:sldMk cId="2531318228" sldId="2147479230"/>
            <ac:spMk id="2" creationId="{957A5A0C-49AC-4CEE-7263-03B2E9FDAA09}"/>
          </ac:spMkLst>
        </pc:spChg>
        <pc:spChg chg="add del">
          <ac:chgData name="Donekar, Neha Dindayal (Cognizant)" userId="1bd6f233-9628-48c9-a3f2-50ee5f445255" providerId="ADAL" clId="{A9C172E7-2C5E-43A1-9378-62EFBC056BBD}" dt="2026-02-05T06:16:32.543" v="1995" actId="478"/>
          <ac:spMkLst>
            <pc:docMk/>
            <pc:sldMk cId="2531318228" sldId="2147479230"/>
            <ac:spMk id="3" creationId="{BA690A91-F343-F7AF-74C4-363BBB04D245}"/>
          </ac:spMkLst>
        </pc:spChg>
        <pc:spChg chg="add del">
          <ac:chgData name="Donekar, Neha Dindayal (Cognizant)" userId="1bd6f233-9628-48c9-a3f2-50ee5f445255" providerId="ADAL" clId="{A9C172E7-2C5E-43A1-9378-62EFBC056BBD}" dt="2026-02-05T06:16:32.543" v="1995" actId="478"/>
          <ac:spMkLst>
            <pc:docMk/>
            <pc:sldMk cId="2531318228" sldId="2147479230"/>
            <ac:spMk id="4" creationId="{F4BC05F9-0C53-BF91-2662-71F87B352396}"/>
          </ac:spMkLst>
        </pc:spChg>
        <pc:spChg chg="add del">
          <ac:chgData name="Donekar, Neha Dindayal (Cognizant)" userId="1bd6f233-9628-48c9-a3f2-50ee5f445255" providerId="ADAL" clId="{A9C172E7-2C5E-43A1-9378-62EFBC056BBD}" dt="2026-02-05T06:16:32.543" v="1995" actId="478"/>
          <ac:spMkLst>
            <pc:docMk/>
            <pc:sldMk cId="2531318228" sldId="2147479230"/>
            <ac:spMk id="5" creationId="{F1194495-41EF-086F-7A8D-515773CE0BB6}"/>
          </ac:spMkLst>
        </pc:spChg>
        <pc:graphicFrameChg chg="add del mod modGraphic">
          <ac:chgData name="Donekar, Neha Dindayal (Cognizant)" userId="1bd6f233-9628-48c9-a3f2-50ee5f445255" providerId="ADAL" clId="{A9C172E7-2C5E-43A1-9378-62EFBC056BBD}" dt="2026-02-05T06:39:04.203" v="2043" actId="14100"/>
          <ac:graphicFrameMkLst>
            <pc:docMk/>
            <pc:sldMk cId="2531318228" sldId="2147479230"/>
            <ac:graphicFrameMk id="8" creationId="{4723E85C-7598-19E7-B4A1-4873D840DB4D}"/>
          </ac:graphicFrameMkLst>
        </pc:graphicFrameChg>
      </pc:sldChg>
      <pc:sldChg chg="addSp delSp modSp mod">
        <pc:chgData name="Donekar, Neha Dindayal (Cognizant)" userId="1bd6f233-9628-48c9-a3f2-50ee5f445255" providerId="ADAL" clId="{A9C172E7-2C5E-43A1-9378-62EFBC056BBD}" dt="2026-02-01T07:46:08.605" v="1404" actId="122"/>
        <pc:sldMkLst>
          <pc:docMk/>
          <pc:sldMk cId="3368592142" sldId="2147479232"/>
        </pc:sldMkLst>
        <pc:spChg chg="add mod">
          <ac:chgData name="Donekar, Neha Dindayal (Cognizant)" userId="1bd6f233-9628-48c9-a3f2-50ee5f445255" providerId="ADAL" clId="{A9C172E7-2C5E-43A1-9378-62EFBC056BBD}" dt="2026-02-01T07:46:08.605" v="1404" actId="122"/>
          <ac:spMkLst>
            <pc:docMk/>
            <pc:sldMk cId="3368592142" sldId="2147479232"/>
            <ac:spMk id="11" creationId="{68AA94E4-16BC-3DE8-238E-E35184E72BDF}"/>
          </ac:spMkLst>
        </pc:spChg>
        <pc:spChg chg="mod">
          <ac:chgData name="Donekar, Neha Dindayal (Cognizant)" userId="1bd6f233-9628-48c9-a3f2-50ee5f445255" providerId="ADAL" clId="{A9C172E7-2C5E-43A1-9378-62EFBC056BBD}" dt="2026-01-31T07:31:41.582" v="939" actId="20577"/>
          <ac:spMkLst>
            <pc:docMk/>
            <pc:sldMk cId="3368592142" sldId="2147479232"/>
            <ac:spMk id="14" creationId="{375ED7D5-B774-2E7F-D865-45F94959B8DC}"/>
          </ac:spMkLst>
        </pc:spChg>
        <pc:picChg chg="add mod">
          <ac:chgData name="Donekar, Neha Dindayal (Cognizant)" userId="1bd6f233-9628-48c9-a3f2-50ee5f445255" providerId="ADAL" clId="{A9C172E7-2C5E-43A1-9378-62EFBC056BBD}" dt="2026-02-01T07:43:45.771" v="1403" actId="14100"/>
          <ac:picMkLst>
            <pc:docMk/>
            <pc:sldMk cId="3368592142" sldId="2147479232"/>
            <ac:picMk id="8" creationId="{B8516E6F-DC1F-DA85-343E-7BF81F7680FE}"/>
          </ac:picMkLst>
        </pc:picChg>
      </pc:sldChg>
      <pc:sldChg chg="addSp delSp modSp mod ord">
        <pc:chgData name="Donekar, Neha Dindayal (Cognizant)" userId="1bd6f233-9628-48c9-a3f2-50ee5f445255" providerId="ADAL" clId="{A9C172E7-2C5E-43A1-9378-62EFBC056BBD}" dt="2026-02-05T11:50:36.951" v="2502"/>
        <pc:sldMkLst>
          <pc:docMk/>
          <pc:sldMk cId="2641658822" sldId="2147479234"/>
        </pc:sldMkLst>
      </pc:sldChg>
      <pc:sldChg chg="addSp delSp modSp new mod ord">
        <pc:chgData name="Donekar, Neha Dindayal (Cognizant)" userId="1bd6f233-9628-48c9-a3f2-50ee5f445255" providerId="ADAL" clId="{A9C172E7-2C5E-43A1-9378-62EFBC056BBD}" dt="2026-02-05T11:50:53.393" v="2504"/>
        <pc:sldMkLst>
          <pc:docMk/>
          <pc:sldMk cId="1922400237" sldId="2147479236"/>
        </pc:sldMkLst>
      </pc:sldChg>
      <pc:sldChg chg="addSp delSp modSp mod">
        <pc:chgData name="Donekar, Neha Dindayal (Cognizant)" userId="1bd6f233-9628-48c9-a3f2-50ee5f445255" providerId="ADAL" clId="{A9C172E7-2C5E-43A1-9378-62EFBC056BBD}" dt="2026-02-05T04:59:33.306" v="1969" actId="478"/>
        <pc:sldMkLst>
          <pc:docMk/>
          <pc:sldMk cId="1763888942" sldId="2147482529"/>
        </pc:sldMkLst>
        <pc:graphicFrameChg chg="mod modGraphic">
          <ac:chgData name="Donekar, Neha Dindayal (Cognizant)" userId="1bd6f233-9628-48c9-a3f2-50ee5f445255" providerId="ADAL" clId="{A9C172E7-2C5E-43A1-9378-62EFBC056BBD}" dt="2026-02-05T03:19:25.283" v="1634" actId="20577"/>
          <ac:graphicFrameMkLst>
            <pc:docMk/>
            <pc:sldMk cId="1763888942" sldId="2147482529"/>
            <ac:graphicFrameMk id="6" creationId="{8C7F5129-DF90-F6AD-300F-B1CE8A8A2527}"/>
          </ac:graphicFrameMkLst>
        </pc:graphicFrameChg>
        <pc:graphicFrameChg chg="add mod modGraphic">
          <ac:chgData name="Donekar, Neha Dindayal (Cognizant)" userId="1bd6f233-9628-48c9-a3f2-50ee5f445255" providerId="ADAL" clId="{A9C172E7-2C5E-43A1-9378-62EFBC056BBD}" dt="2026-02-05T03:44:25.697" v="1945" actId="20577"/>
          <ac:graphicFrameMkLst>
            <pc:docMk/>
            <pc:sldMk cId="1763888942" sldId="2147482529"/>
            <ac:graphicFrameMk id="7" creationId="{9CDB2D59-BCDC-F784-28A9-2D4003F50308}"/>
          </ac:graphicFrameMkLst>
        </pc:graphicFrameChg>
      </pc:sldChg>
      <pc:sldChg chg="add">
        <pc:chgData name="Donekar, Neha Dindayal (Cognizant)" userId="1bd6f233-9628-48c9-a3f2-50ee5f445255" providerId="ADAL" clId="{A9C172E7-2C5E-43A1-9378-62EFBC056BBD}" dt="2026-02-04T15:21:56.032" v="1537"/>
        <pc:sldMkLst>
          <pc:docMk/>
          <pc:sldMk cId="3219360510" sldId="2147482532"/>
        </pc:sldMkLst>
      </pc:sldChg>
      <pc:sldChg chg="modSp mod">
        <pc:chgData name="Donekar, Neha Dindayal (Cognizant)" userId="1bd6f233-9628-48c9-a3f2-50ee5f445255" providerId="ADAL" clId="{A9C172E7-2C5E-43A1-9378-62EFBC056BBD}" dt="2026-01-31T07:30:55.186" v="920" actId="15"/>
        <pc:sldMkLst>
          <pc:docMk/>
          <pc:sldMk cId="4140955832" sldId="2147482534"/>
        </pc:sldMkLst>
        <pc:spChg chg="mod">
          <ac:chgData name="Donekar, Neha Dindayal (Cognizant)" userId="1bd6f233-9628-48c9-a3f2-50ee5f445255" providerId="ADAL" clId="{A9C172E7-2C5E-43A1-9378-62EFBC056BBD}" dt="2026-01-31T07:30:55.186" v="920" actId="15"/>
          <ac:spMkLst>
            <pc:docMk/>
            <pc:sldMk cId="4140955832" sldId="2147482534"/>
            <ac:spMk id="9" creationId="{FAD9ABCD-C578-430E-564E-61C6CFAF4B17}"/>
          </ac:spMkLst>
        </pc:spChg>
        <pc:spChg chg="mod">
          <ac:chgData name="Donekar, Neha Dindayal (Cognizant)" userId="1bd6f233-9628-48c9-a3f2-50ee5f445255" providerId="ADAL" clId="{A9C172E7-2C5E-43A1-9378-62EFBC056BBD}" dt="2026-01-31T07:30:50.721" v="919" actId="15"/>
          <ac:spMkLst>
            <pc:docMk/>
            <pc:sldMk cId="4140955832" sldId="2147482534"/>
            <ac:spMk id="10" creationId="{61248264-031E-DD46-09F9-76AE7D65453D}"/>
          </ac:spMkLst>
        </pc:spChg>
      </pc:sldChg>
      <pc:sldChg chg="addSp delSp modSp new mod">
        <pc:chgData name="Donekar, Neha Dindayal (Cognizant)" userId="1bd6f233-9628-48c9-a3f2-50ee5f445255" providerId="ADAL" clId="{A9C172E7-2C5E-43A1-9378-62EFBC056BBD}" dt="2026-01-31T07:29:55.875" v="915" actId="208"/>
        <pc:sldMkLst>
          <pc:docMk/>
          <pc:sldMk cId="358568726" sldId="2147482535"/>
        </pc:sldMkLst>
        <pc:picChg chg="add mod">
          <ac:chgData name="Donekar, Neha Dindayal (Cognizant)" userId="1bd6f233-9628-48c9-a3f2-50ee5f445255" providerId="ADAL" clId="{A9C172E7-2C5E-43A1-9378-62EFBC056BBD}" dt="2026-01-31T07:29:42.181" v="913" actId="1076"/>
          <ac:picMkLst>
            <pc:docMk/>
            <pc:sldMk cId="358568726" sldId="2147482535"/>
            <ac:picMk id="8" creationId="{60E4489C-0B9A-56A9-D698-5F4D2F47C68D}"/>
          </ac:picMkLst>
        </pc:picChg>
        <pc:picChg chg="add mod">
          <ac:chgData name="Donekar, Neha Dindayal (Cognizant)" userId="1bd6f233-9628-48c9-a3f2-50ee5f445255" providerId="ADAL" clId="{A9C172E7-2C5E-43A1-9378-62EFBC056BBD}" dt="2026-01-31T07:29:55.875" v="915" actId="208"/>
          <ac:picMkLst>
            <pc:docMk/>
            <pc:sldMk cId="358568726" sldId="2147482535"/>
            <ac:picMk id="9" creationId="{D2E8C8B4-1340-4250-5CE7-51F690AEC5A9}"/>
          </ac:picMkLst>
        </pc:picChg>
      </pc:sldChg>
      <pc:sldChg chg="addSp delSp modSp new mod">
        <pc:chgData name="Donekar, Neha Dindayal (Cognizant)" userId="1bd6f233-9628-48c9-a3f2-50ee5f445255" providerId="ADAL" clId="{A9C172E7-2C5E-43A1-9378-62EFBC056BBD}" dt="2026-01-31T08:00:33.704" v="1093" actId="14100"/>
        <pc:sldMkLst>
          <pc:docMk/>
          <pc:sldMk cId="293810991" sldId="2147482536"/>
        </pc:sldMkLst>
        <pc:spChg chg="add mod">
          <ac:chgData name="Donekar, Neha Dindayal (Cognizant)" userId="1bd6f233-9628-48c9-a3f2-50ee5f445255" providerId="ADAL" clId="{A9C172E7-2C5E-43A1-9378-62EFBC056BBD}" dt="2026-01-31T08:00:09.137" v="1089" actId="1076"/>
          <ac:spMkLst>
            <pc:docMk/>
            <pc:sldMk cId="293810991" sldId="2147482536"/>
            <ac:spMk id="11" creationId="{77FC2210-5130-0812-499E-84573BF507EA}"/>
          </ac:spMkLst>
        </pc:spChg>
        <pc:spChg chg="add mod">
          <ac:chgData name="Donekar, Neha Dindayal (Cognizant)" userId="1bd6f233-9628-48c9-a3f2-50ee5f445255" providerId="ADAL" clId="{A9C172E7-2C5E-43A1-9378-62EFBC056BBD}" dt="2026-01-31T08:00:12.796" v="1090" actId="1076"/>
          <ac:spMkLst>
            <pc:docMk/>
            <pc:sldMk cId="293810991" sldId="2147482536"/>
            <ac:spMk id="12" creationId="{A0CF423D-82F9-C1A1-851C-018EE15A2330}"/>
          </ac:spMkLst>
        </pc:spChg>
        <pc:picChg chg="add mod modCrop">
          <ac:chgData name="Donekar, Neha Dindayal (Cognizant)" userId="1bd6f233-9628-48c9-a3f2-50ee5f445255" providerId="ADAL" clId="{A9C172E7-2C5E-43A1-9378-62EFBC056BBD}" dt="2026-01-31T08:00:33.704" v="1093" actId="14100"/>
          <ac:picMkLst>
            <pc:docMk/>
            <pc:sldMk cId="293810991" sldId="2147482536"/>
            <ac:picMk id="8" creationId="{A421A1F7-BE15-4056-7406-12F74C11D560}"/>
          </ac:picMkLst>
        </pc:picChg>
        <pc:picChg chg="add mod">
          <ac:chgData name="Donekar, Neha Dindayal (Cognizant)" userId="1bd6f233-9628-48c9-a3f2-50ee5f445255" providerId="ADAL" clId="{A9C172E7-2C5E-43A1-9378-62EFBC056BBD}" dt="2026-01-31T08:00:28.016" v="1092" actId="14100"/>
          <ac:picMkLst>
            <pc:docMk/>
            <pc:sldMk cId="293810991" sldId="2147482536"/>
            <ac:picMk id="10" creationId="{C525CBD6-6D56-F37A-3C43-46318A1BD7C3}"/>
          </ac:picMkLst>
        </pc:picChg>
      </pc:sldChg>
      <pc:sldChg chg="addSp delSp modSp new mod">
        <pc:chgData name="Donekar, Neha Dindayal (Cognizant)" userId="1bd6f233-9628-48c9-a3f2-50ee5f445255" providerId="ADAL" clId="{A9C172E7-2C5E-43A1-9378-62EFBC056BBD}" dt="2026-01-31T08:10:09.474" v="1181" actId="208"/>
        <pc:sldMkLst>
          <pc:docMk/>
          <pc:sldMk cId="3914762855" sldId="2147482537"/>
        </pc:sldMkLst>
        <pc:spChg chg="add mod">
          <ac:chgData name="Donekar, Neha Dindayal (Cognizant)" userId="1bd6f233-9628-48c9-a3f2-50ee5f445255" providerId="ADAL" clId="{A9C172E7-2C5E-43A1-9378-62EFBC056BBD}" dt="2026-01-31T08:08:34.496" v="1142" actId="1076"/>
          <ac:spMkLst>
            <pc:docMk/>
            <pc:sldMk cId="3914762855" sldId="2147482537"/>
            <ac:spMk id="13" creationId="{E7D92346-6768-F4B6-A517-04445F6C6F56}"/>
          </ac:spMkLst>
        </pc:spChg>
        <pc:spChg chg="add mod">
          <ac:chgData name="Donekar, Neha Dindayal (Cognizant)" userId="1bd6f233-9628-48c9-a3f2-50ee5f445255" providerId="ADAL" clId="{A9C172E7-2C5E-43A1-9378-62EFBC056BBD}" dt="2026-01-31T08:08:40.720" v="1143" actId="1076"/>
          <ac:spMkLst>
            <pc:docMk/>
            <pc:sldMk cId="3914762855" sldId="2147482537"/>
            <ac:spMk id="14" creationId="{9F235A0E-4937-1A98-926F-288FCBE7EE87}"/>
          </ac:spMkLst>
        </pc:spChg>
        <pc:spChg chg="add mod">
          <ac:chgData name="Donekar, Neha Dindayal (Cognizant)" userId="1bd6f233-9628-48c9-a3f2-50ee5f445255" providerId="ADAL" clId="{A9C172E7-2C5E-43A1-9378-62EFBC056BBD}" dt="2026-01-31T08:09:34.616" v="1178" actId="1582"/>
          <ac:spMkLst>
            <pc:docMk/>
            <pc:sldMk cId="3914762855" sldId="2147482537"/>
            <ac:spMk id="15" creationId="{D5FC8C89-E481-9BA1-E4FE-3620B1B99741}"/>
          </ac:spMkLst>
        </pc:spChg>
        <pc:picChg chg="add mod">
          <ac:chgData name="Donekar, Neha Dindayal (Cognizant)" userId="1bd6f233-9628-48c9-a3f2-50ee5f445255" providerId="ADAL" clId="{A9C172E7-2C5E-43A1-9378-62EFBC056BBD}" dt="2026-01-31T08:10:05.692" v="1180" actId="208"/>
          <ac:picMkLst>
            <pc:docMk/>
            <pc:sldMk cId="3914762855" sldId="2147482537"/>
            <ac:picMk id="10" creationId="{1555B009-3D76-FD17-0169-245182203AFB}"/>
          </ac:picMkLst>
        </pc:picChg>
        <pc:picChg chg="add mod">
          <ac:chgData name="Donekar, Neha Dindayal (Cognizant)" userId="1bd6f233-9628-48c9-a3f2-50ee5f445255" providerId="ADAL" clId="{A9C172E7-2C5E-43A1-9378-62EFBC056BBD}" dt="2026-01-31T08:10:09.474" v="1181" actId="208"/>
          <ac:picMkLst>
            <pc:docMk/>
            <pc:sldMk cId="3914762855" sldId="2147482537"/>
            <ac:picMk id="12" creationId="{A08A25AD-8581-D49B-1228-1E0CF53ACEAF}"/>
          </ac:picMkLst>
        </pc:picChg>
      </pc:sldChg>
      <pc:sldChg chg="addSp modSp mod ord">
        <pc:chgData name="Donekar, Neha Dindayal (Cognizant)" userId="1bd6f233-9628-48c9-a3f2-50ee5f445255" providerId="ADAL" clId="{A9C172E7-2C5E-43A1-9378-62EFBC056BBD}" dt="2026-02-04T18:31:24.664" v="1560" actId="1076"/>
        <pc:sldMkLst>
          <pc:docMk/>
          <pc:sldMk cId="2199116908" sldId="2147482539"/>
        </pc:sldMkLst>
        <pc:spChg chg="mod">
          <ac:chgData name="Donekar, Neha Dindayal (Cognizant)" userId="1bd6f233-9628-48c9-a3f2-50ee5f445255" providerId="ADAL" clId="{A9C172E7-2C5E-43A1-9378-62EFBC056BBD}" dt="2026-02-04T18:30:59.798" v="1557" actId="1076"/>
          <ac:spMkLst>
            <pc:docMk/>
            <pc:sldMk cId="2199116908" sldId="2147482539"/>
            <ac:spMk id="2" creationId="{16F6D264-6B03-157C-F007-A8E10E603AC7}"/>
          </ac:spMkLst>
        </pc:spChg>
        <pc:spChg chg="mod">
          <ac:chgData name="Donekar, Neha Dindayal (Cognizant)" userId="1bd6f233-9628-48c9-a3f2-50ee5f445255" providerId="ADAL" clId="{A9C172E7-2C5E-43A1-9378-62EFBC056BBD}" dt="2026-02-04T18:31:08.978" v="1558" actId="1076"/>
          <ac:spMkLst>
            <pc:docMk/>
            <pc:sldMk cId="2199116908" sldId="2147482539"/>
            <ac:spMk id="10" creationId="{BC50B798-65A7-518F-8677-5AFC6411E5DF}"/>
          </ac:spMkLst>
        </pc:spChg>
        <pc:spChg chg="mod">
          <ac:chgData name="Donekar, Neha Dindayal (Cognizant)" userId="1bd6f233-9628-48c9-a3f2-50ee5f445255" providerId="ADAL" clId="{A9C172E7-2C5E-43A1-9378-62EFBC056BBD}" dt="2026-02-04T18:31:24.664" v="1560" actId="1076"/>
          <ac:spMkLst>
            <pc:docMk/>
            <pc:sldMk cId="2199116908" sldId="2147482539"/>
            <ac:spMk id="11" creationId="{7D4409BD-5862-E529-8E54-E6048015125C}"/>
          </ac:spMkLst>
        </pc:spChg>
        <pc:picChg chg="add mod">
          <ac:chgData name="Donekar, Neha Dindayal (Cognizant)" userId="1bd6f233-9628-48c9-a3f2-50ee5f445255" providerId="ADAL" clId="{A9C172E7-2C5E-43A1-9378-62EFBC056BBD}" dt="2026-02-04T18:30:44.740" v="1555" actId="208"/>
          <ac:picMkLst>
            <pc:docMk/>
            <pc:sldMk cId="2199116908" sldId="2147482539"/>
            <ac:picMk id="7" creationId="{6232EE53-9DB3-BF5A-D6FC-50DA995B691F}"/>
          </ac:picMkLst>
        </pc:picChg>
        <pc:picChg chg="mod">
          <ac:chgData name="Donekar, Neha Dindayal (Cognizant)" userId="1bd6f233-9628-48c9-a3f2-50ee5f445255" providerId="ADAL" clId="{A9C172E7-2C5E-43A1-9378-62EFBC056BBD}" dt="2026-02-04T18:30:50.822" v="1556" actId="1076"/>
          <ac:picMkLst>
            <pc:docMk/>
            <pc:sldMk cId="2199116908" sldId="2147482539"/>
            <ac:picMk id="9" creationId="{3E659F33-1DBC-6969-532B-E4E8F2B30748}"/>
          </ac:picMkLst>
        </pc:picChg>
      </pc:sldChg>
      <pc:sldChg chg="addSp delSp modSp new mod">
        <pc:chgData name="Donekar, Neha Dindayal (Cognizant)" userId="1bd6f233-9628-48c9-a3f2-50ee5f445255" providerId="ADAL" clId="{A9C172E7-2C5E-43A1-9378-62EFBC056BBD}" dt="2026-02-06T05:02:09.360" v="2864" actId="20577"/>
        <pc:sldMkLst>
          <pc:docMk/>
          <pc:sldMk cId="1751180283" sldId="2147482540"/>
        </pc:sldMkLst>
        <pc:spChg chg="mod">
          <ac:chgData name="Donekar, Neha Dindayal (Cognizant)" userId="1bd6f233-9628-48c9-a3f2-50ee5f445255" providerId="ADAL" clId="{A9C172E7-2C5E-43A1-9378-62EFBC056BBD}" dt="2026-02-05T06:50:52.848" v="2065" actId="1076"/>
          <ac:spMkLst>
            <pc:docMk/>
            <pc:sldMk cId="1751180283" sldId="2147482540"/>
            <ac:spMk id="2" creationId="{9C7C97F6-F0FD-BFB4-40CA-52B5549C5469}"/>
          </ac:spMkLst>
        </pc:spChg>
        <pc:spChg chg="add mod">
          <ac:chgData name="Donekar, Neha Dindayal (Cognizant)" userId="1bd6f233-9628-48c9-a3f2-50ee5f445255" providerId="ADAL" clId="{A9C172E7-2C5E-43A1-9378-62EFBC056BBD}" dt="2026-02-06T05:02:09.360" v="2864" actId="20577"/>
          <ac:spMkLst>
            <pc:docMk/>
            <pc:sldMk cId="1751180283" sldId="2147482540"/>
            <ac:spMk id="7" creationId="{CD7FDC99-9ADC-F55E-4EA4-A54758D25A6E}"/>
          </ac:spMkLst>
        </pc:spChg>
      </pc:sldChg>
      <pc:sldChg chg="addSp delSp modSp new mod">
        <pc:chgData name="Donekar, Neha Dindayal (Cognizant)" userId="1bd6f233-9628-48c9-a3f2-50ee5f445255" providerId="ADAL" clId="{A9C172E7-2C5E-43A1-9378-62EFBC056BBD}" dt="2026-02-04T11:28:49.500" v="1501" actId="1582"/>
        <pc:sldMkLst>
          <pc:docMk/>
          <pc:sldMk cId="1862646427" sldId="2147482541"/>
        </pc:sldMkLst>
        <pc:spChg chg="mod">
          <ac:chgData name="Donekar, Neha Dindayal (Cognizant)" userId="1bd6f233-9628-48c9-a3f2-50ee5f445255" providerId="ADAL" clId="{A9C172E7-2C5E-43A1-9378-62EFBC056BBD}" dt="2026-02-04T11:28:19.274" v="1496" actId="113"/>
          <ac:spMkLst>
            <pc:docMk/>
            <pc:sldMk cId="1862646427" sldId="2147482541"/>
            <ac:spMk id="2" creationId="{8A5D2F5F-9F1D-96DA-EC48-819916111F4C}"/>
          </ac:spMkLst>
        </pc:spChg>
        <pc:spChg chg="add mod">
          <ac:chgData name="Donekar, Neha Dindayal (Cognizant)" userId="1bd6f233-9628-48c9-a3f2-50ee5f445255" providerId="ADAL" clId="{A9C172E7-2C5E-43A1-9378-62EFBC056BBD}" dt="2026-02-04T11:28:49.500" v="1501" actId="1582"/>
          <ac:spMkLst>
            <pc:docMk/>
            <pc:sldMk cId="1862646427" sldId="2147482541"/>
            <ac:spMk id="7" creationId="{6228AE36-91A6-7B86-3C04-04FE3CBF58DB}"/>
          </ac:spMkLst>
        </pc:spChg>
        <pc:picChg chg="add mod">
          <ac:chgData name="Donekar, Neha Dindayal (Cognizant)" userId="1bd6f233-9628-48c9-a3f2-50ee5f445255" providerId="ADAL" clId="{A9C172E7-2C5E-43A1-9378-62EFBC056BBD}" dt="2026-02-04T11:28:06.402" v="1494" actId="1076"/>
          <ac:picMkLst>
            <pc:docMk/>
            <pc:sldMk cId="1862646427" sldId="2147482541"/>
            <ac:picMk id="8" creationId="{DC4CFABA-9FDF-FF82-4FFE-ECA5A6103DBE}"/>
          </ac:picMkLst>
        </pc:picChg>
      </pc:sldChg>
      <pc:sldChg chg="addSp delSp modSp new mod">
        <pc:chgData name="Donekar, Neha Dindayal (Cognizant)" userId="1bd6f233-9628-48c9-a3f2-50ee5f445255" providerId="ADAL" clId="{A9C172E7-2C5E-43A1-9378-62EFBC056BBD}" dt="2026-02-06T05:14:32.780" v="2945" actId="1076"/>
        <pc:sldMkLst>
          <pc:docMk/>
          <pc:sldMk cId="4073164308" sldId="2147482542"/>
        </pc:sldMkLst>
        <pc:spChg chg="mod">
          <ac:chgData name="Donekar, Neha Dindayal (Cognizant)" userId="1bd6f233-9628-48c9-a3f2-50ee5f445255" providerId="ADAL" clId="{A9C172E7-2C5E-43A1-9378-62EFBC056BBD}" dt="2026-02-04T15:09:15.877" v="1535" actId="20577"/>
          <ac:spMkLst>
            <pc:docMk/>
            <pc:sldMk cId="4073164308" sldId="2147482542"/>
            <ac:spMk id="2" creationId="{12EF6B24-1D00-587A-A015-08B9185B0B97}"/>
          </ac:spMkLst>
        </pc:spChg>
        <pc:spChg chg="add mod">
          <ac:chgData name="Donekar, Neha Dindayal (Cognizant)" userId="1bd6f233-9628-48c9-a3f2-50ee5f445255" providerId="ADAL" clId="{A9C172E7-2C5E-43A1-9378-62EFBC056BBD}" dt="2026-02-06T05:14:32.780" v="2945" actId="1076"/>
          <ac:spMkLst>
            <pc:docMk/>
            <pc:sldMk cId="4073164308" sldId="2147482542"/>
            <ac:spMk id="9" creationId="{20A9A9CE-C874-B194-1F83-61A43828788D}"/>
          </ac:spMkLst>
        </pc:spChg>
        <pc:picChg chg="add mod">
          <ac:chgData name="Donekar, Neha Dindayal (Cognizant)" userId="1bd6f233-9628-48c9-a3f2-50ee5f445255" providerId="ADAL" clId="{A9C172E7-2C5E-43A1-9378-62EFBC056BBD}" dt="2026-02-04T18:46:49.228" v="1564" actId="1076"/>
          <ac:picMkLst>
            <pc:docMk/>
            <pc:sldMk cId="4073164308" sldId="2147482542"/>
            <ac:picMk id="7" creationId="{7DA37379-9313-D4B9-BF87-DFB176974A46}"/>
          </ac:picMkLst>
        </pc:picChg>
      </pc:sldChg>
      <pc:sldChg chg="addSp delSp modSp new mod">
        <pc:chgData name="Donekar, Neha Dindayal (Cognizant)" userId="1bd6f233-9628-48c9-a3f2-50ee5f445255" providerId="ADAL" clId="{A9C172E7-2C5E-43A1-9378-62EFBC056BBD}" dt="2026-02-06T05:04:01.972" v="2900" actId="20577"/>
        <pc:sldMkLst>
          <pc:docMk/>
          <pc:sldMk cId="3600875801" sldId="2147482543"/>
        </pc:sldMkLst>
        <pc:spChg chg="mod">
          <ac:chgData name="Donekar, Neha Dindayal (Cognizant)" userId="1bd6f233-9628-48c9-a3f2-50ee5f445255" providerId="ADAL" clId="{A9C172E7-2C5E-43A1-9378-62EFBC056BBD}" dt="2026-02-05T07:05:03.110" v="2185" actId="207"/>
          <ac:spMkLst>
            <pc:docMk/>
            <pc:sldMk cId="3600875801" sldId="2147482543"/>
            <ac:spMk id="2" creationId="{459C594B-EC1C-4F39-4A39-68EC7805741E}"/>
          </ac:spMkLst>
        </pc:spChg>
        <pc:spChg chg="add mod">
          <ac:chgData name="Donekar, Neha Dindayal (Cognizant)" userId="1bd6f233-9628-48c9-a3f2-50ee5f445255" providerId="ADAL" clId="{A9C172E7-2C5E-43A1-9378-62EFBC056BBD}" dt="2026-02-06T05:04:01.972" v="2900" actId="20577"/>
          <ac:spMkLst>
            <pc:docMk/>
            <pc:sldMk cId="3600875801" sldId="2147482543"/>
            <ac:spMk id="7" creationId="{06FBA88F-EFA5-71A1-4BCC-C63061A4F6CC}"/>
          </ac:spMkLst>
        </pc:spChg>
        <pc:picChg chg="add mod">
          <ac:chgData name="Donekar, Neha Dindayal (Cognizant)" userId="1bd6f233-9628-48c9-a3f2-50ee5f445255" providerId="ADAL" clId="{A9C172E7-2C5E-43A1-9378-62EFBC056BBD}" dt="2026-02-05T10:02:28.847" v="2352" actId="208"/>
          <ac:picMkLst>
            <pc:docMk/>
            <pc:sldMk cId="3600875801" sldId="2147482543"/>
            <ac:picMk id="8" creationId="{9D4320CE-CF22-0497-D8A4-6AE7C9919A92}"/>
          </ac:picMkLst>
        </pc:picChg>
        <pc:picChg chg="add mod">
          <ac:chgData name="Donekar, Neha Dindayal (Cognizant)" userId="1bd6f233-9628-48c9-a3f2-50ee5f445255" providerId="ADAL" clId="{A9C172E7-2C5E-43A1-9378-62EFBC056BBD}" dt="2026-02-05T08:54:26.477" v="2192" actId="1582"/>
          <ac:picMkLst>
            <pc:docMk/>
            <pc:sldMk cId="3600875801" sldId="2147482543"/>
            <ac:picMk id="9" creationId="{3BEA2654-A5E1-7BA6-8EBA-A9F472687BC2}"/>
          </ac:picMkLst>
        </pc:picChg>
      </pc:sldChg>
      <pc:sldChg chg="addSp delSp modSp new mod">
        <pc:chgData name="Donekar, Neha Dindayal (Cognizant)" userId="1bd6f233-9628-48c9-a3f2-50ee5f445255" providerId="ADAL" clId="{A9C172E7-2C5E-43A1-9378-62EFBC056BBD}" dt="2026-02-05T09:10:32.944" v="2221" actId="1582"/>
        <pc:sldMkLst>
          <pc:docMk/>
          <pc:sldMk cId="1476484100" sldId="2147482544"/>
        </pc:sldMkLst>
        <pc:spChg chg="mod">
          <ac:chgData name="Donekar, Neha Dindayal (Cognizant)" userId="1bd6f233-9628-48c9-a3f2-50ee5f445255" providerId="ADAL" clId="{A9C172E7-2C5E-43A1-9378-62EFBC056BBD}" dt="2026-02-05T09:05:29.639" v="2205" actId="113"/>
          <ac:spMkLst>
            <pc:docMk/>
            <pc:sldMk cId="1476484100" sldId="2147482544"/>
            <ac:spMk id="2" creationId="{5E8D93CA-F9D7-E03E-E681-EB577DBFCCE0}"/>
          </ac:spMkLst>
        </pc:spChg>
        <pc:spChg chg="add mod">
          <ac:chgData name="Donekar, Neha Dindayal (Cognizant)" userId="1bd6f233-9628-48c9-a3f2-50ee5f445255" providerId="ADAL" clId="{A9C172E7-2C5E-43A1-9378-62EFBC056BBD}" dt="2026-02-05T09:09:04.027" v="2213" actId="14100"/>
          <ac:spMkLst>
            <pc:docMk/>
            <pc:sldMk cId="1476484100" sldId="2147482544"/>
            <ac:spMk id="7" creationId="{94F29F22-E723-A9B7-A5E7-857AE037CAF2}"/>
          </ac:spMkLst>
        </pc:spChg>
        <pc:spChg chg="add mod">
          <ac:chgData name="Donekar, Neha Dindayal (Cognizant)" userId="1bd6f233-9628-48c9-a3f2-50ee5f445255" providerId="ADAL" clId="{A9C172E7-2C5E-43A1-9378-62EFBC056BBD}" dt="2026-02-05T09:10:23.101" v="2220" actId="1582"/>
          <ac:spMkLst>
            <pc:docMk/>
            <pc:sldMk cId="1476484100" sldId="2147482544"/>
            <ac:spMk id="9" creationId="{94DDDE5F-069B-BA1B-CA43-BD49BE9BBBD7}"/>
          </ac:spMkLst>
        </pc:spChg>
        <pc:picChg chg="add mod">
          <ac:chgData name="Donekar, Neha Dindayal (Cognizant)" userId="1bd6f233-9628-48c9-a3f2-50ee5f445255" providerId="ADAL" clId="{A9C172E7-2C5E-43A1-9378-62EFBC056BBD}" dt="2026-02-05T09:10:32.944" v="2221" actId="1582"/>
          <ac:picMkLst>
            <pc:docMk/>
            <pc:sldMk cId="1476484100" sldId="2147482544"/>
            <ac:picMk id="8" creationId="{2663E6B0-0DBF-D872-9722-2CF94C28DAB8}"/>
          </ac:picMkLst>
        </pc:picChg>
      </pc:sldChg>
      <pc:sldChg chg="addSp delSp modSp new mod">
        <pc:chgData name="Donekar, Neha Dindayal (Cognizant)" userId="1bd6f233-9628-48c9-a3f2-50ee5f445255" providerId="ADAL" clId="{A9C172E7-2C5E-43A1-9378-62EFBC056BBD}" dt="2026-02-06T05:03:22.517" v="2866" actId="403"/>
        <pc:sldMkLst>
          <pc:docMk/>
          <pc:sldMk cId="1942761573" sldId="2147482545"/>
        </pc:sldMkLst>
        <pc:spChg chg="mod">
          <ac:chgData name="Donekar, Neha Dindayal (Cognizant)" userId="1bd6f233-9628-48c9-a3f2-50ee5f445255" providerId="ADAL" clId="{A9C172E7-2C5E-43A1-9378-62EFBC056BBD}" dt="2026-02-05T07:04:28.014" v="2177" actId="1076"/>
          <ac:spMkLst>
            <pc:docMk/>
            <pc:sldMk cId="1942761573" sldId="2147482545"/>
            <ac:spMk id="2" creationId="{E37B76FA-38B7-8A9B-A83C-927657C2DFE0}"/>
          </ac:spMkLst>
        </pc:spChg>
        <pc:graphicFrameChg chg="add del mod modGraphic">
          <ac:chgData name="Donekar, Neha Dindayal (Cognizant)" userId="1bd6f233-9628-48c9-a3f2-50ee5f445255" providerId="ADAL" clId="{A9C172E7-2C5E-43A1-9378-62EFBC056BBD}" dt="2026-02-06T05:03:22.517" v="2866" actId="403"/>
          <ac:graphicFrameMkLst>
            <pc:docMk/>
            <pc:sldMk cId="1942761573" sldId="2147482545"/>
            <ac:graphicFrameMk id="7" creationId="{92A02711-36C9-6704-8912-E137C65CB4C1}"/>
          </ac:graphicFrameMkLst>
        </pc:graphicFrameChg>
      </pc:sldChg>
      <pc:sldChg chg="addSp delSp modSp new mod">
        <pc:chgData name="Donekar, Neha Dindayal (Cognizant)" userId="1bd6f233-9628-48c9-a3f2-50ee5f445255" providerId="ADAL" clId="{A9C172E7-2C5E-43A1-9378-62EFBC056BBD}" dt="2026-02-05T10:13:19.772" v="2391" actId="478"/>
        <pc:sldMkLst>
          <pc:docMk/>
          <pc:sldMk cId="2097139517" sldId="2147482546"/>
        </pc:sldMkLst>
        <pc:spChg chg="mod">
          <ac:chgData name="Donekar, Neha Dindayal (Cognizant)" userId="1bd6f233-9628-48c9-a3f2-50ee5f445255" providerId="ADAL" clId="{A9C172E7-2C5E-43A1-9378-62EFBC056BBD}" dt="2026-02-05T10:03:49.231" v="2353" actId="1076"/>
          <ac:spMkLst>
            <pc:docMk/>
            <pc:sldMk cId="2097139517" sldId="2147482546"/>
            <ac:spMk id="2" creationId="{F8EB0A25-A18D-E128-F4B3-235D6F8A9F05}"/>
          </ac:spMkLst>
        </pc:spChg>
        <pc:spChg chg="add mod">
          <ac:chgData name="Donekar, Neha Dindayal (Cognizant)" userId="1bd6f233-9628-48c9-a3f2-50ee5f445255" providerId="ADAL" clId="{A9C172E7-2C5E-43A1-9378-62EFBC056BBD}" dt="2026-02-05T10:11:08.917" v="2362" actId="1076"/>
          <ac:spMkLst>
            <pc:docMk/>
            <pc:sldMk cId="2097139517" sldId="2147482546"/>
            <ac:spMk id="7" creationId="{BC8A1A34-2C3A-F3C3-68E0-B97B58D537E3}"/>
          </ac:spMkLst>
        </pc:spChg>
        <pc:spChg chg="add mod">
          <ac:chgData name="Donekar, Neha Dindayal (Cognizant)" userId="1bd6f233-9628-48c9-a3f2-50ee5f445255" providerId="ADAL" clId="{A9C172E7-2C5E-43A1-9378-62EFBC056BBD}" dt="2026-02-05T10:10:52.436" v="2358" actId="14100"/>
          <ac:spMkLst>
            <pc:docMk/>
            <pc:sldMk cId="2097139517" sldId="2147482546"/>
            <ac:spMk id="13" creationId="{743CC4BF-51BE-4F62-E91D-02A6699CCF58}"/>
          </ac:spMkLst>
        </pc:spChg>
        <pc:spChg chg="add mod">
          <ac:chgData name="Donekar, Neha Dindayal (Cognizant)" userId="1bd6f233-9628-48c9-a3f2-50ee5f445255" providerId="ADAL" clId="{A9C172E7-2C5E-43A1-9378-62EFBC056BBD}" dt="2026-02-05T10:10:39.760" v="2356" actId="14100"/>
          <ac:spMkLst>
            <pc:docMk/>
            <pc:sldMk cId="2097139517" sldId="2147482546"/>
            <ac:spMk id="16" creationId="{074502AB-8FD0-03CB-4017-FC54747BAB90}"/>
          </ac:spMkLst>
        </pc:spChg>
        <pc:picChg chg="add mod">
          <ac:chgData name="Donekar, Neha Dindayal (Cognizant)" userId="1bd6f233-9628-48c9-a3f2-50ee5f445255" providerId="ADAL" clId="{A9C172E7-2C5E-43A1-9378-62EFBC056BBD}" dt="2026-02-05T10:13:05.616" v="2385" actId="14100"/>
          <ac:picMkLst>
            <pc:docMk/>
            <pc:sldMk cId="2097139517" sldId="2147482546"/>
            <ac:picMk id="9" creationId="{4580BEB2-E7C1-0CBD-A099-8C16B0740AD6}"/>
          </ac:picMkLst>
        </pc:picChg>
        <pc:picChg chg="add del mod">
          <ac:chgData name="Donekar, Neha Dindayal (Cognizant)" userId="1bd6f233-9628-48c9-a3f2-50ee5f445255" providerId="ADAL" clId="{A9C172E7-2C5E-43A1-9378-62EFBC056BBD}" dt="2026-02-05T10:13:10.180" v="2389" actId="21"/>
          <ac:picMkLst>
            <pc:docMk/>
            <pc:sldMk cId="2097139517" sldId="2147482546"/>
            <ac:picMk id="15" creationId="{4000E937-D70E-138F-5DFA-1294F3D46E07}"/>
          </ac:picMkLst>
        </pc:picChg>
        <pc:picChg chg="add del mod">
          <ac:chgData name="Donekar, Neha Dindayal (Cognizant)" userId="1bd6f233-9628-48c9-a3f2-50ee5f445255" providerId="ADAL" clId="{A9C172E7-2C5E-43A1-9378-62EFBC056BBD}" dt="2026-02-05T10:10:57.369" v="2359" actId="1076"/>
          <ac:picMkLst>
            <pc:docMk/>
            <pc:sldMk cId="2097139517" sldId="2147482546"/>
            <ac:picMk id="3074" creationId="{B092E6F0-5B44-F29F-49F8-6BB6689EFA50}"/>
          </ac:picMkLst>
        </pc:picChg>
        <pc:picChg chg="add mod">
          <ac:chgData name="Donekar, Neha Dindayal (Cognizant)" userId="1bd6f233-9628-48c9-a3f2-50ee5f445255" providerId="ADAL" clId="{A9C172E7-2C5E-43A1-9378-62EFBC056BBD}" dt="2026-02-05T10:11:00.268" v="2360" actId="1076"/>
          <ac:picMkLst>
            <pc:docMk/>
            <pc:sldMk cId="2097139517" sldId="2147482546"/>
            <ac:picMk id="3075" creationId="{EE54A4ED-5EB7-D62F-C1B4-2F2A387C2528}"/>
          </ac:picMkLst>
        </pc:picChg>
      </pc:sldChg>
      <pc:sldChg chg="addSp delSp modSp new mod ord">
        <pc:chgData name="Donekar, Neha Dindayal (Cognizant)" userId="1bd6f233-9628-48c9-a3f2-50ee5f445255" providerId="ADAL" clId="{A9C172E7-2C5E-43A1-9378-62EFBC056BBD}" dt="2026-02-05T10:17:28.810" v="2415" actId="1582"/>
        <pc:sldMkLst>
          <pc:docMk/>
          <pc:sldMk cId="2702117091" sldId="2147482547"/>
        </pc:sldMkLst>
        <pc:spChg chg="add mod">
          <ac:chgData name="Donekar, Neha Dindayal (Cognizant)" userId="1bd6f233-9628-48c9-a3f2-50ee5f445255" providerId="ADAL" clId="{A9C172E7-2C5E-43A1-9378-62EFBC056BBD}" dt="2026-02-05T10:13:46.879" v="2399" actId="208"/>
          <ac:spMkLst>
            <pc:docMk/>
            <pc:sldMk cId="2702117091" sldId="2147482547"/>
            <ac:spMk id="9" creationId="{B0B55889-43ED-F58B-FC0D-10921D52D6E5}"/>
          </ac:spMkLst>
        </pc:spChg>
        <pc:picChg chg="add mod">
          <ac:chgData name="Donekar, Neha Dindayal (Cognizant)" userId="1bd6f233-9628-48c9-a3f2-50ee5f445255" providerId="ADAL" clId="{A9C172E7-2C5E-43A1-9378-62EFBC056BBD}" dt="2026-02-05T10:17:20.840" v="2414" actId="1582"/>
          <ac:picMkLst>
            <pc:docMk/>
            <pc:sldMk cId="2702117091" sldId="2147482547"/>
            <ac:picMk id="11" creationId="{43F61025-ACF3-FD03-4C26-548DB299CE16}"/>
          </ac:picMkLst>
        </pc:picChg>
        <pc:picChg chg="add mod modCrop">
          <ac:chgData name="Donekar, Neha Dindayal (Cognizant)" userId="1bd6f233-9628-48c9-a3f2-50ee5f445255" providerId="ADAL" clId="{A9C172E7-2C5E-43A1-9378-62EFBC056BBD}" dt="2026-02-05T10:17:28.810" v="2415" actId="1582"/>
          <ac:picMkLst>
            <pc:docMk/>
            <pc:sldMk cId="2702117091" sldId="2147482547"/>
            <ac:picMk id="13" creationId="{EFA2DE6D-9535-3186-DDC7-AEF644026B6E}"/>
          </ac:picMkLst>
        </pc:picChg>
      </pc:sldChg>
      <pc:sldChg chg="addSp delSp modSp new mod">
        <pc:chgData name="Donekar, Neha Dindayal (Cognizant)" userId="1bd6f233-9628-48c9-a3f2-50ee5f445255" providerId="ADAL" clId="{A9C172E7-2C5E-43A1-9378-62EFBC056BBD}" dt="2026-02-05T12:08:01.493" v="2557" actId="14100"/>
        <pc:sldMkLst>
          <pc:docMk/>
          <pc:sldMk cId="489489458" sldId="2147482549"/>
        </pc:sldMkLst>
        <pc:spChg chg="mod">
          <ac:chgData name="Donekar, Neha Dindayal (Cognizant)" userId="1bd6f233-9628-48c9-a3f2-50ee5f445255" providerId="ADAL" clId="{A9C172E7-2C5E-43A1-9378-62EFBC056BBD}" dt="2026-02-05T10:25:21.368" v="2456" actId="20577"/>
          <ac:spMkLst>
            <pc:docMk/>
            <pc:sldMk cId="489489458" sldId="2147482549"/>
            <ac:spMk id="2" creationId="{3DD1C574-ACF4-D1F9-56D9-F7484AB605E4}"/>
          </ac:spMkLst>
        </pc:spChg>
        <pc:spChg chg="add mod">
          <ac:chgData name="Donekar, Neha Dindayal (Cognizant)" userId="1bd6f233-9628-48c9-a3f2-50ee5f445255" providerId="ADAL" clId="{A9C172E7-2C5E-43A1-9378-62EFBC056BBD}" dt="2026-02-05T12:01:25.804" v="2530" actId="1076"/>
          <ac:spMkLst>
            <pc:docMk/>
            <pc:sldMk cId="489489458" sldId="2147482549"/>
            <ac:spMk id="7" creationId="{B80B5F69-99F3-DE44-056E-53C5BF4EAD89}"/>
          </ac:spMkLst>
        </pc:spChg>
        <pc:spChg chg="add mod">
          <ac:chgData name="Donekar, Neha Dindayal (Cognizant)" userId="1bd6f233-9628-48c9-a3f2-50ee5f445255" providerId="ADAL" clId="{A9C172E7-2C5E-43A1-9378-62EFBC056BBD}" dt="2026-02-05T12:07:53.587" v="2554" actId="14100"/>
          <ac:spMkLst>
            <pc:docMk/>
            <pc:sldMk cId="489489458" sldId="2147482549"/>
            <ac:spMk id="8" creationId="{71747197-8C66-ACFB-EB27-4F688DF695D2}"/>
          </ac:spMkLst>
        </pc:spChg>
        <pc:spChg chg="add mod">
          <ac:chgData name="Donekar, Neha Dindayal (Cognizant)" userId="1bd6f233-9628-48c9-a3f2-50ee5f445255" providerId="ADAL" clId="{A9C172E7-2C5E-43A1-9378-62EFBC056BBD}" dt="2026-02-05T12:08:01.493" v="2557" actId="14100"/>
          <ac:spMkLst>
            <pc:docMk/>
            <pc:sldMk cId="489489458" sldId="2147482549"/>
            <ac:spMk id="9" creationId="{A0C77E0D-63B0-F378-87AF-64D2A4F4876C}"/>
          </ac:spMkLst>
        </pc:spChg>
      </pc:sldChg>
      <pc:sldChg chg="addSp delSp modSp new mod">
        <pc:chgData name="Donekar, Neha Dindayal (Cognizant)" userId="1bd6f233-9628-48c9-a3f2-50ee5f445255" providerId="ADAL" clId="{A9C172E7-2C5E-43A1-9378-62EFBC056BBD}" dt="2026-02-05T10:45:47.643" v="2482" actId="208"/>
        <pc:sldMkLst>
          <pc:docMk/>
          <pc:sldMk cId="2114414157" sldId="2147482550"/>
        </pc:sldMkLst>
        <pc:spChg chg="mod">
          <ac:chgData name="Donekar, Neha Dindayal (Cognizant)" userId="1bd6f233-9628-48c9-a3f2-50ee5f445255" providerId="ADAL" clId="{A9C172E7-2C5E-43A1-9378-62EFBC056BBD}" dt="2026-02-05T10:34:31.277" v="2466"/>
          <ac:spMkLst>
            <pc:docMk/>
            <pc:sldMk cId="2114414157" sldId="2147482550"/>
            <ac:spMk id="2" creationId="{16D6FCCD-ECA1-F524-F666-5DA2780CD312}"/>
          </ac:spMkLst>
        </pc:spChg>
        <pc:spChg chg="add mod">
          <ac:chgData name="Donekar, Neha Dindayal (Cognizant)" userId="1bd6f233-9628-48c9-a3f2-50ee5f445255" providerId="ADAL" clId="{A9C172E7-2C5E-43A1-9378-62EFBC056BBD}" dt="2026-02-05T10:45:47.643" v="2482" actId="208"/>
          <ac:spMkLst>
            <pc:docMk/>
            <pc:sldMk cId="2114414157" sldId="2147482550"/>
            <ac:spMk id="9" creationId="{3A319876-78E1-BA58-BA03-13591DA2F0E3}"/>
          </ac:spMkLst>
        </pc:spChg>
        <pc:picChg chg="add mod">
          <ac:chgData name="Donekar, Neha Dindayal (Cognizant)" userId="1bd6f233-9628-48c9-a3f2-50ee5f445255" providerId="ADAL" clId="{A9C172E7-2C5E-43A1-9378-62EFBC056BBD}" dt="2026-02-05T10:33:42.396" v="2465" actId="1076"/>
          <ac:picMkLst>
            <pc:docMk/>
            <pc:sldMk cId="2114414157" sldId="2147482550"/>
            <ac:picMk id="8" creationId="{A5797294-753D-1647-09E5-23736EBE5638}"/>
          </ac:picMkLst>
        </pc:picChg>
      </pc:sldChg>
      <pc:sldChg chg="addSp delSp modSp new mod">
        <pc:chgData name="Donekar, Neha Dindayal (Cognizant)" userId="1bd6f233-9628-48c9-a3f2-50ee5f445255" providerId="ADAL" clId="{A9C172E7-2C5E-43A1-9378-62EFBC056BBD}" dt="2026-02-06T05:10:18.214" v="2926" actId="20577"/>
        <pc:sldMkLst>
          <pc:docMk/>
          <pc:sldMk cId="1056327975" sldId="2147482552"/>
        </pc:sldMkLst>
        <pc:spChg chg="add mod">
          <ac:chgData name="Donekar, Neha Dindayal (Cognizant)" userId="1bd6f233-9628-48c9-a3f2-50ee5f445255" providerId="ADAL" clId="{A9C172E7-2C5E-43A1-9378-62EFBC056BBD}" dt="2026-02-06T05:10:18.214" v="2926" actId="20577"/>
          <ac:spMkLst>
            <pc:docMk/>
            <pc:sldMk cId="1056327975" sldId="2147482552"/>
            <ac:spMk id="7" creationId="{2BCEE447-E2B7-FEF7-9705-68020194E48B}"/>
          </ac:spMkLst>
        </pc:spChg>
      </pc:sldChg>
      <pc:sldChg chg="addSp delSp modSp new mod">
        <pc:chgData name="Donekar, Neha Dindayal (Cognizant)" userId="1bd6f233-9628-48c9-a3f2-50ee5f445255" providerId="ADAL" clId="{A9C172E7-2C5E-43A1-9378-62EFBC056BBD}" dt="2026-02-06T05:11:09.195" v="2931" actId="20577"/>
        <pc:sldMkLst>
          <pc:docMk/>
          <pc:sldMk cId="4062465797" sldId="2147482553"/>
        </pc:sldMkLst>
        <pc:spChg chg="add mod">
          <ac:chgData name="Donekar, Neha Dindayal (Cognizant)" userId="1bd6f233-9628-48c9-a3f2-50ee5f445255" providerId="ADAL" clId="{A9C172E7-2C5E-43A1-9378-62EFBC056BBD}" dt="2026-02-05T12:11:18.196" v="2581" actId="1076"/>
          <ac:spMkLst>
            <pc:docMk/>
            <pc:sldMk cId="4062465797" sldId="2147482553"/>
            <ac:spMk id="7" creationId="{640136B8-03B4-A392-C299-25D6E067CA6E}"/>
          </ac:spMkLst>
        </pc:spChg>
        <pc:spChg chg="add mod">
          <ac:chgData name="Donekar, Neha Dindayal (Cognizant)" userId="1bd6f233-9628-48c9-a3f2-50ee5f445255" providerId="ADAL" clId="{A9C172E7-2C5E-43A1-9378-62EFBC056BBD}" dt="2026-02-06T05:11:09.195" v="2931" actId="20577"/>
          <ac:spMkLst>
            <pc:docMk/>
            <pc:sldMk cId="4062465797" sldId="2147482553"/>
            <ac:spMk id="8" creationId="{0396B304-961B-D824-1D3E-0CA243C662D0}"/>
          </ac:spMkLst>
        </pc:spChg>
      </pc:sldChg>
      <pc:sldChg chg="addSp delSp modSp new mod">
        <pc:chgData name="Donekar, Neha Dindayal (Cognizant)" userId="1bd6f233-9628-48c9-a3f2-50ee5f445255" providerId="ADAL" clId="{A9C172E7-2C5E-43A1-9378-62EFBC056BBD}" dt="2026-02-05T12:42:58.469" v="2601" actId="1076"/>
        <pc:sldMkLst>
          <pc:docMk/>
          <pc:sldMk cId="3960804367" sldId="2147482554"/>
        </pc:sldMkLst>
        <pc:picChg chg="add mod">
          <ac:chgData name="Donekar, Neha Dindayal (Cognizant)" userId="1bd6f233-9628-48c9-a3f2-50ee5f445255" providerId="ADAL" clId="{A9C172E7-2C5E-43A1-9378-62EFBC056BBD}" dt="2026-02-05T12:42:17.694" v="2598" actId="1076"/>
          <ac:picMkLst>
            <pc:docMk/>
            <pc:sldMk cId="3960804367" sldId="2147482554"/>
            <ac:picMk id="8" creationId="{1264E2BE-A5E7-9D49-A4B3-F542797BDF91}"/>
          </ac:picMkLst>
        </pc:picChg>
        <pc:picChg chg="add mod">
          <ac:chgData name="Donekar, Neha Dindayal (Cognizant)" userId="1bd6f233-9628-48c9-a3f2-50ee5f445255" providerId="ADAL" clId="{A9C172E7-2C5E-43A1-9378-62EFBC056BBD}" dt="2026-02-05T12:42:58.469" v="2601" actId="1076"/>
          <ac:picMkLst>
            <pc:docMk/>
            <pc:sldMk cId="3960804367" sldId="2147482554"/>
            <ac:picMk id="10" creationId="{E1BCCA20-E14E-BB66-035D-460FCB5AF5A9}"/>
          </ac:picMkLst>
        </pc:picChg>
      </pc:sldChg>
      <pc:sldChg chg="modSp mod">
        <pc:chgData name="Donekar, Neha Dindayal (Cognizant)" userId="1bd6f233-9628-48c9-a3f2-50ee5f445255" providerId="ADAL" clId="{A9C172E7-2C5E-43A1-9378-62EFBC056BBD}" dt="2026-02-06T05:10:37.702" v="2927" actId="12"/>
        <pc:sldMkLst>
          <pc:docMk/>
          <pc:sldMk cId="1878499348" sldId="2147482555"/>
        </pc:sldMkLst>
        <pc:spChg chg="mod">
          <ac:chgData name="Donekar, Neha Dindayal (Cognizant)" userId="1bd6f233-9628-48c9-a3f2-50ee5f445255" providerId="ADAL" clId="{A9C172E7-2C5E-43A1-9378-62EFBC056BBD}" dt="2026-02-06T05:10:37.702" v="2927" actId="12"/>
          <ac:spMkLst>
            <pc:docMk/>
            <pc:sldMk cId="1878499348" sldId="2147482555"/>
            <ac:spMk id="3" creationId="{CB83809A-73CD-CC9C-332F-21741DE8A5CB}"/>
          </ac:spMkLst>
        </pc:spChg>
      </pc:sldChg>
      <pc:sldChg chg="modSp mod">
        <pc:chgData name="Donekar, Neha Dindayal (Cognizant)" userId="1bd6f233-9628-48c9-a3f2-50ee5f445255" providerId="ADAL" clId="{A9C172E7-2C5E-43A1-9378-62EFBC056BBD}" dt="2026-02-06T05:04:39.188" v="2902" actId="12"/>
        <pc:sldMkLst>
          <pc:docMk/>
          <pc:sldMk cId="2839280927" sldId="2147482599"/>
        </pc:sldMkLst>
        <pc:spChg chg="mod">
          <ac:chgData name="Donekar, Neha Dindayal (Cognizant)" userId="1bd6f233-9628-48c9-a3f2-50ee5f445255" providerId="ADAL" clId="{A9C172E7-2C5E-43A1-9378-62EFBC056BBD}" dt="2026-02-06T05:04:39.188" v="2902" actId="12"/>
          <ac:spMkLst>
            <pc:docMk/>
            <pc:sldMk cId="2839280927" sldId="2147482599"/>
            <ac:spMk id="6" creationId="{DAAB0B2A-D4D1-BDF7-8D0A-F76C5E826871}"/>
          </ac:spMkLst>
        </pc:spChg>
      </pc:sldChg>
      <pc:sldChg chg="modSp mod">
        <pc:chgData name="Donekar, Neha Dindayal (Cognizant)" userId="1bd6f233-9628-48c9-a3f2-50ee5f445255" providerId="ADAL" clId="{A9C172E7-2C5E-43A1-9378-62EFBC056BBD}" dt="2026-02-06T05:13:27.220" v="2944" actId="113"/>
        <pc:sldMkLst>
          <pc:docMk/>
          <pc:sldMk cId="4074670458" sldId="2147482601"/>
        </pc:sldMkLst>
        <pc:spChg chg="mod">
          <ac:chgData name="Donekar, Neha Dindayal (Cognizant)" userId="1bd6f233-9628-48c9-a3f2-50ee5f445255" providerId="ADAL" clId="{A9C172E7-2C5E-43A1-9378-62EFBC056BBD}" dt="2026-02-06T05:13:00.022" v="2941" actId="207"/>
          <ac:spMkLst>
            <pc:docMk/>
            <pc:sldMk cId="4074670458" sldId="2147482601"/>
            <ac:spMk id="2" creationId="{5326BB88-F334-2F4B-971F-AC068583936C}"/>
          </ac:spMkLst>
        </pc:spChg>
        <pc:spChg chg="mod">
          <ac:chgData name="Donekar, Neha Dindayal (Cognizant)" userId="1bd6f233-9628-48c9-a3f2-50ee5f445255" providerId="ADAL" clId="{A9C172E7-2C5E-43A1-9378-62EFBC056BBD}" dt="2026-02-06T05:13:27.220" v="2944" actId="113"/>
          <ac:spMkLst>
            <pc:docMk/>
            <pc:sldMk cId="4074670458" sldId="2147482601"/>
            <ac:spMk id="3" creationId="{4A12A563-BF83-74C4-56DE-1914FB1967A8}"/>
          </ac:spMkLst>
        </pc:spChg>
      </pc:sldChg>
      <pc:sldChg chg="addSp delSp modSp new mod">
        <pc:chgData name="Donekar, Neha Dindayal (Cognizant)" userId="1bd6f233-9628-48c9-a3f2-50ee5f445255" providerId="ADAL" clId="{A9C172E7-2C5E-43A1-9378-62EFBC056BBD}" dt="2026-02-06T05:50:45.541" v="2971" actId="478"/>
        <pc:sldMkLst>
          <pc:docMk/>
          <pc:sldMk cId="3140681870" sldId="2147482602"/>
        </pc:sldMkLst>
        <pc:picChg chg="add mod">
          <ac:chgData name="Donekar, Neha Dindayal (Cognizant)" userId="1bd6f233-9628-48c9-a3f2-50ee5f445255" providerId="ADAL" clId="{A9C172E7-2C5E-43A1-9378-62EFBC056BBD}" dt="2026-02-06T05:50:41.249" v="2970" actId="1076"/>
          <ac:picMkLst>
            <pc:docMk/>
            <pc:sldMk cId="3140681870" sldId="2147482602"/>
            <ac:picMk id="1026" creationId="{F211A4AE-EC02-063A-1ED8-3B3AF474ADCB}"/>
          </ac:picMkLst>
        </pc:picChg>
      </pc:sldChg>
    </pc:docChg>
  </pc:docChgLst>
  <pc:docChgLst>
    <pc:chgData name="Donekar, Neha Dindayal (Cognizant)" userId="S::2464437@cognizant.com::1bd6f233-9628-48c9-a3f2-50ee5f445255" providerId="AD" clId="Web-{82D6C4BD-DD1C-E115-11F4-7D2CA06D1A93}"/>
    <pc:docChg chg="modSld">
      <pc:chgData name="Donekar, Neha Dindayal (Cognizant)" userId="S::2464437@cognizant.com::1bd6f233-9628-48c9-a3f2-50ee5f445255" providerId="AD" clId="Web-{82D6C4BD-DD1C-E115-11F4-7D2CA06D1A93}" dt="2026-02-24T09:36:23.193" v="0" actId="1076"/>
      <pc:docMkLst>
        <pc:docMk/>
      </pc:docMkLst>
      <pc:sldChg chg="modSp">
        <pc:chgData name="Donekar, Neha Dindayal (Cognizant)" userId="S::2464437@cognizant.com::1bd6f233-9628-48c9-a3f2-50ee5f445255" providerId="AD" clId="Web-{82D6C4BD-DD1C-E115-11F4-7D2CA06D1A93}" dt="2026-02-24T09:36:23.193" v="0" actId="1076"/>
        <pc:sldMkLst>
          <pc:docMk/>
          <pc:sldMk cId="2713534842" sldId="2147479184"/>
        </pc:sldMkLst>
        <pc:picChg chg="mod">
          <ac:chgData name="Donekar, Neha Dindayal (Cognizant)" userId="S::2464437@cognizant.com::1bd6f233-9628-48c9-a3f2-50ee5f445255" providerId="AD" clId="Web-{82D6C4BD-DD1C-E115-11F4-7D2CA06D1A93}" dt="2026-02-24T09:36:23.193" v="0" actId="1076"/>
          <ac:picMkLst>
            <pc:docMk/>
            <pc:sldMk cId="2713534842" sldId="2147479184"/>
            <ac:picMk id="1026" creationId="{C23058C3-7595-9EEB-4F60-12694BCF526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03E5E1-A9D1-4BF9-B5E9-3D3308C4CA8C}" type="doc">
      <dgm:prSet loTypeId="urn:microsoft.com/office/officeart/2005/8/layout/list1" loCatId="list" qsTypeId="urn:microsoft.com/office/officeart/2005/8/quickstyle/3d1" qsCatId="3D" csTypeId="urn:microsoft.com/office/officeart/2005/8/colors/accent3_2" csCatId="accent3" phldr="1"/>
      <dgm:spPr/>
      <dgm:t>
        <a:bodyPr/>
        <a:lstStyle/>
        <a:p>
          <a:endParaRPr lang="en-US"/>
        </a:p>
      </dgm:t>
    </dgm:pt>
    <dgm:pt modelId="{DF3CFA1E-7193-410B-BB25-638A53CC29D0}">
      <dgm:prSet phldrT="[Text]" phldr="0" custT="1"/>
      <dgm:spPr/>
      <dgm:t>
        <a:bodyPr/>
        <a:lstStyle/>
        <a:p>
          <a:pPr algn="l" rtl="0">
            <a:lnSpc>
              <a:spcPct val="90000"/>
            </a:lnSpc>
          </a:pPr>
          <a:r>
            <a:rPr lang="en-US" sz="1600">
              <a:solidFill>
                <a:schemeClr val="tx2"/>
              </a:solidFill>
              <a:latin typeface="Times New Roman"/>
              <a:ea typeface="+mn-ea"/>
              <a:cs typeface="+mn-cs"/>
            </a:rPr>
            <a:t>Founded in 1972</a:t>
          </a:r>
        </a:p>
      </dgm:t>
    </dgm:pt>
    <dgm:pt modelId="{5707688F-98BA-4F09-A908-4CA26D1E0B16}" type="parTrans" cxnId="{FA6A1D6F-46F8-4795-912D-C904B4BB12A6}">
      <dgm:prSet/>
      <dgm:spPr/>
      <dgm:t>
        <a:bodyPr/>
        <a:lstStyle/>
        <a:p>
          <a:endParaRPr lang="en-US"/>
        </a:p>
      </dgm:t>
    </dgm:pt>
    <dgm:pt modelId="{74F3EDAF-0C09-437A-B923-8A2B870DE379}" type="sibTrans" cxnId="{FA6A1D6F-46F8-4795-912D-C904B4BB12A6}">
      <dgm:prSet/>
      <dgm:spPr/>
      <dgm:t>
        <a:bodyPr/>
        <a:lstStyle/>
        <a:p>
          <a:endParaRPr lang="en-US"/>
        </a:p>
      </dgm:t>
    </dgm:pt>
    <dgm:pt modelId="{9F57EA74-6F16-4616-A713-82233FC2A756}">
      <dgm:prSet phldrT="[Text]" phldr="0" custT="1"/>
      <dgm:spPr/>
      <dgm:t>
        <a:bodyPr/>
        <a:lstStyle/>
        <a:p>
          <a:pPr algn="l" rtl="0">
            <a:lnSpc>
              <a:spcPct val="90000"/>
            </a:lnSpc>
          </a:pPr>
          <a:r>
            <a:rPr lang="en-US" sz="1600">
              <a:solidFill>
                <a:schemeClr val="tx2"/>
              </a:solidFill>
              <a:latin typeface="Times New Roman"/>
              <a:ea typeface="+mn-ea"/>
              <a:cs typeface="+mn-cs"/>
            </a:rPr>
            <a:t>Headquartered in Waldorf, Germany</a:t>
          </a:r>
        </a:p>
      </dgm:t>
    </dgm:pt>
    <dgm:pt modelId="{F9512291-306F-4794-A656-AA20AE2C4E36}" type="parTrans" cxnId="{DD0010F0-262B-42AC-9612-50DB5E3046C1}">
      <dgm:prSet/>
      <dgm:spPr/>
      <dgm:t>
        <a:bodyPr/>
        <a:lstStyle/>
        <a:p>
          <a:endParaRPr lang="en-US"/>
        </a:p>
      </dgm:t>
    </dgm:pt>
    <dgm:pt modelId="{32C55099-1B49-40C0-AA28-92AC3F85DDD2}" type="sibTrans" cxnId="{DD0010F0-262B-42AC-9612-50DB5E3046C1}">
      <dgm:prSet/>
      <dgm:spPr/>
      <dgm:t>
        <a:bodyPr/>
        <a:lstStyle/>
        <a:p>
          <a:endParaRPr lang="en-US"/>
        </a:p>
      </dgm:t>
    </dgm:pt>
    <dgm:pt modelId="{DF7FA2C2-4D1E-46C1-B325-FF54779B04FA}">
      <dgm:prSet phldrT="[Text]" phldr="0" custT="1"/>
      <dgm:spPr/>
      <dgm:t>
        <a:bodyPr/>
        <a:lstStyle/>
        <a:p>
          <a:pPr algn="l" rtl="0">
            <a:lnSpc>
              <a:spcPct val="90000"/>
            </a:lnSpc>
          </a:pPr>
          <a:r>
            <a:rPr lang="en-US" sz="1600">
              <a:solidFill>
                <a:schemeClr val="tx2"/>
              </a:solidFill>
              <a:latin typeface="Times New Roman"/>
              <a:ea typeface="+mn-ea"/>
              <a:cs typeface="+mn-cs"/>
            </a:rPr>
            <a:t>In German SAP means "System, Application &amp; Products in Data Processing"</a:t>
          </a:r>
        </a:p>
      </dgm:t>
    </dgm:pt>
    <dgm:pt modelId="{9EBBB030-DA65-4187-8B03-3D5FC46B019D}" type="parTrans" cxnId="{2BD62561-E67B-4A0D-B8AE-DF52C2AA4EDD}">
      <dgm:prSet/>
      <dgm:spPr/>
      <dgm:t>
        <a:bodyPr/>
        <a:lstStyle/>
        <a:p>
          <a:endParaRPr lang="en-US"/>
        </a:p>
      </dgm:t>
    </dgm:pt>
    <dgm:pt modelId="{147B8527-BF7F-4946-9F0E-C6DD92C98071}" type="sibTrans" cxnId="{2BD62561-E67B-4A0D-B8AE-DF52C2AA4EDD}">
      <dgm:prSet/>
      <dgm:spPr/>
      <dgm:t>
        <a:bodyPr/>
        <a:lstStyle/>
        <a:p>
          <a:endParaRPr lang="en-US"/>
        </a:p>
      </dgm:t>
    </dgm:pt>
    <dgm:pt modelId="{3CF152E9-8FE4-4711-B42A-0772DCA6A124}">
      <dgm:prSet phldr="0" custT="1"/>
      <dgm:spPr/>
      <dgm:t>
        <a:bodyPr/>
        <a:lstStyle/>
        <a:p>
          <a:pPr algn="l" rtl="0">
            <a:lnSpc>
              <a:spcPct val="90000"/>
            </a:lnSpc>
          </a:pPr>
          <a:r>
            <a:rPr lang="en-US" sz="1600">
              <a:solidFill>
                <a:schemeClr val="tx2"/>
              </a:solidFill>
              <a:latin typeface="Times New Roman"/>
              <a:ea typeface="+mn-ea"/>
              <a:cs typeface="+mn-cs"/>
            </a:rPr>
            <a:t>More Than 1,83,000 customers worldwide</a:t>
          </a:r>
        </a:p>
      </dgm:t>
    </dgm:pt>
    <dgm:pt modelId="{9003C60B-6378-4421-8882-0A9E840A5DF8}" type="parTrans" cxnId="{E395F637-9C4A-4574-9DA8-C57DC352B056}">
      <dgm:prSet/>
      <dgm:spPr/>
    </dgm:pt>
    <dgm:pt modelId="{74E6D196-6D4C-4B3C-A622-0A837D2094D2}" type="sibTrans" cxnId="{E395F637-9C4A-4574-9DA8-C57DC352B056}">
      <dgm:prSet/>
      <dgm:spPr/>
    </dgm:pt>
    <dgm:pt modelId="{67DE0FC7-5D3E-4F98-A4AA-B1655E5890D4}">
      <dgm:prSet phldr="0" custT="1"/>
      <dgm:spPr/>
      <dgm:t>
        <a:bodyPr/>
        <a:lstStyle/>
        <a:p>
          <a:pPr algn="l" rtl="0">
            <a:lnSpc>
              <a:spcPct val="90000"/>
            </a:lnSpc>
          </a:pPr>
          <a:r>
            <a:rPr lang="en-US" sz="1600">
              <a:solidFill>
                <a:schemeClr val="tx2"/>
              </a:solidFill>
              <a:latin typeface="Times New Roman"/>
              <a:ea typeface="+mn-ea"/>
              <a:cs typeface="+mn-cs"/>
            </a:rPr>
            <a:t>More than 55,000 employees worldwide</a:t>
          </a:r>
        </a:p>
      </dgm:t>
    </dgm:pt>
    <dgm:pt modelId="{BA7C82BD-84F4-4E42-A990-0A9B388EE36B}" type="parTrans" cxnId="{B660885F-DE14-46D7-B474-6503DA9C4455}">
      <dgm:prSet/>
      <dgm:spPr/>
    </dgm:pt>
    <dgm:pt modelId="{0D344257-4D07-4AB1-80E0-F197D95502CE}" type="sibTrans" cxnId="{B660885F-DE14-46D7-B474-6503DA9C4455}">
      <dgm:prSet/>
      <dgm:spPr/>
    </dgm:pt>
    <dgm:pt modelId="{29E651D1-8059-4CA4-8A18-A6C13EAF8233}">
      <dgm:prSet phldr="0" custT="1"/>
      <dgm:spPr/>
      <dgm:t>
        <a:bodyPr/>
        <a:lstStyle/>
        <a:p>
          <a:pPr algn="l" rtl="0">
            <a:lnSpc>
              <a:spcPct val="90000"/>
            </a:lnSpc>
          </a:pPr>
          <a:r>
            <a:rPr lang="en-US" sz="1600">
              <a:solidFill>
                <a:schemeClr val="tx2"/>
              </a:solidFill>
              <a:latin typeface="Times New Roman"/>
              <a:ea typeface="+mn-ea"/>
              <a:cs typeface="+mn-cs"/>
            </a:rPr>
            <a:t>World's Largest business software company</a:t>
          </a:r>
        </a:p>
      </dgm:t>
    </dgm:pt>
    <dgm:pt modelId="{893087D1-8FED-44A8-8462-2E472D4BD77B}" type="parTrans" cxnId="{DADB783E-1FFA-4C16-AF04-072A56C8F9E8}">
      <dgm:prSet/>
      <dgm:spPr/>
    </dgm:pt>
    <dgm:pt modelId="{1D84847B-C35A-498E-BD3A-23843F261229}" type="sibTrans" cxnId="{DADB783E-1FFA-4C16-AF04-072A56C8F9E8}">
      <dgm:prSet/>
      <dgm:spPr/>
    </dgm:pt>
    <dgm:pt modelId="{D183EB91-6839-4D4A-BD4F-320BC231D8EA}">
      <dgm:prSet phldr="0" custT="1"/>
      <dgm:spPr/>
      <dgm:t>
        <a:bodyPr/>
        <a:lstStyle/>
        <a:p>
          <a:pPr algn="l" rtl="0">
            <a:lnSpc>
              <a:spcPct val="90000"/>
            </a:lnSpc>
          </a:pPr>
          <a:r>
            <a:rPr lang="en-US" sz="1600">
              <a:solidFill>
                <a:schemeClr val="tx2"/>
              </a:solidFill>
              <a:latin typeface="Times New Roman"/>
              <a:ea typeface="+mn-ea"/>
              <a:cs typeface="+mn-cs"/>
            </a:rPr>
            <a:t>Revenue: Euro 34.18 billion(2024)</a:t>
          </a:r>
        </a:p>
      </dgm:t>
    </dgm:pt>
    <dgm:pt modelId="{2857A137-5AF6-4277-80F0-355958DEBC9B}" type="parTrans" cxnId="{412D03C8-162D-4012-AE3D-A6A5D3559BE6}">
      <dgm:prSet/>
      <dgm:spPr/>
    </dgm:pt>
    <dgm:pt modelId="{4AF93CA6-FAC8-459E-BB9B-D540FB0177E1}" type="sibTrans" cxnId="{412D03C8-162D-4012-AE3D-A6A5D3559BE6}">
      <dgm:prSet/>
      <dgm:spPr/>
    </dgm:pt>
    <dgm:pt modelId="{1B76F1F2-790A-45D8-9F36-9795E5CE7639}" type="pres">
      <dgm:prSet presAssocID="{B003E5E1-A9D1-4BF9-B5E9-3D3308C4CA8C}" presName="linear" presStyleCnt="0">
        <dgm:presLayoutVars>
          <dgm:dir/>
          <dgm:animLvl val="lvl"/>
          <dgm:resizeHandles val="exact"/>
        </dgm:presLayoutVars>
      </dgm:prSet>
      <dgm:spPr/>
    </dgm:pt>
    <dgm:pt modelId="{AA485452-AC21-499C-BB28-AC30D2A7EDE4}" type="pres">
      <dgm:prSet presAssocID="{DF3CFA1E-7193-410B-BB25-638A53CC29D0}" presName="parentLin" presStyleCnt="0"/>
      <dgm:spPr/>
    </dgm:pt>
    <dgm:pt modelId="{C0EAF968-742B-4E29-B4CE-48E1E440C1BA}" type="pres">
      <dgm:prSet presAssocID="{DF3CFA1E-7193-410B-BB25-638A53CC29D0}" presName="parentLeftMargin" presStyleLbl="node1" presStyleIdx="0" presStyleCnt="7"/>
      <dgm:spPr/>
    </dgm:pt>
    <dgm:pt modelId="{6B459930-7C32-445F-9FBC-E99476CAD649}" type="pres">
      <dgm:prSet presAssocID="{DF3CFA1E-7193-410B-BB25-638A53CC29D0}" presName="parentText" presStyleLbl="node1" presStyleIdx="0" presStyleCnt="7">
        <dgm:presLayoutVars>
          <dgm:chMax val="0"/>
          <dgm:bulletEnabled val="1"/>
        </dgm:presLayoutVars>
      </dgm:prSet>
      <dgm:spPr/>
    </dgm:pt>
    <dgm:pt modelId="{83802305-B7D8-4EC9-BCFF-BC3769C3BE2C}" type="pres">
      <dgm:prSet presAssocID="{DF3CFA1E-7193-410B-BB25-638A53CC29D0}" presName="negativeSpace" presStyleCnt="0"/>
      <dgm:spPr/>
    </dgm:pt>
    <dgm:pt modelId="{E64811B9-9228-4D4B-A6A3-780CB784CF7E}" type="pres">
      <dgm:prSet presAssocID="{DF3CFA1E-7193-410B-BB25-638A53CC29D0}" presName="childText" presStyleLbl="conFgAcc1" presStyleIdx="0" presStyleCnt="7">
        <dgm:presLayoutVars>
          <dgm:bulletEnabled val="1"/>
        </dgm:presLayoutVars>
      </dgm:prSet>
      <dgm:spPr/>
    </dgm:pt>
    <dgm:pt modelId="{70698F21-6650-4FC8-925C-3284E8003F0B}" type="pres">
      <dgm:prSet presAssocID="{74F3EDAF-0C09-437A-B923-8A2B870DE379}" presName="spaceBetweenRectangles" presStyleCnt="0"/>
      <dgm:spPr/>
    </dgm:pt>
    <dgm:pt modelId="{BA814907-D759-426F-AA55-0D92D9887677}" type="pres">
      <dgm:prSet presAssocID="{9F57EA74-6F16-4616-A713-82233FC2A756}" presName="parentLin" presStyleCnt="0"/>
      <dgm:spPr/>
    </dgm:pt>
    <dgm:pt modelId="{FA61D354-16C8-4F00-B5E0-CF703A2F8448}" type="pres">
      <dgm:prSet presAssocID="{9F57EA74-6F16-4616-A713-82233FC2A756}" presName="parentLeftMargin" presStyleLbl="node1" presStyleIdx="0" presStyleCnt="7"/>
      <dgm:spPr/>
    </dgm:pt>
    <dgm:pt modelId="{01799CE4-9026-4625-80A7-63926C9DD99F}" type="pres">
      <dgm:prSet presAssocID="{9F57EA74-6F16-4616-A713-82233FC2A756}" presName="parentText" presStyleLbl="node1" presStyleIdx="1" presStyleCnt="7">
        <dgm:presLayoutVars>
          <dgm:chMax val="0"/>
          <dgm:bulletEnabled val="1"/>
        </dgm:presLayoutVars>
      </dgm:prSet>
      <dgm:spPr/>
    </dgm:pt>
    <dgm:pt modelId="{84278D34-EF33-44BD-B5E5-8CDE121631B2}" type="pres">
      <dgm:prSet presAssocID="{9F57EA74-6F16-4616-A713-82233FC2A756}" presName="negativeSpace" presStyleCnt="0"/>
      <dgm:spPr/>
    </dgm:pt>
    <dgm:pt modelId="{4D60E91D-7FD8-4A8D-B7ED-C19A0616E212}" type="pres">
      <dgm:prSet presAssocID="{9F57EA74-6F16-4616-A713-82233FC2A756}" presName="childText" presStyleLbl="conFgAcc1" presStyleIdx="1" presStyleCnt="7">
        <dgm:presLayoutVars>
          <dgm:bulletEnabled val="1"/>
        </dgm:presLayoutVars>
      </dgm:prSet>
      <dgm:spPr/>
    </dgm:pt>
    <dgm:pt modelId="{EF95DBB9-BBA5-419B-87C9-72D110FE9BF6}" type="pres">
      <dgm:prSet presAssocID="{32C55099-1B49-40C0-AA28-92AC3F85DDD2}" presName="spaceBetweenRectangles" presStyleCnt="0"/>
      <dgm:spPr/>
    </dgm:pt>
    <dgm:pt modelId="{630BC6DD-1916-433D-9718-129B6A1A2940}" type="pres">
      <dgm:prSet presAssocID="{DF7FA2C2-4D1E-46C1-B325-FF54779B04FA}" presName="parentLin" presStyleCnt="0"/>
      <dgm:spPr/>
    </dgm:pt>
    <dgm:pt modelId="{7317F5BC-B24C-4E7A-8576-8953ABB2F505}" type="pres">
      <dgm:prSet presAssocID="{DF7FA2C2-4D1E-46C1-B325-FF54779B04FA}" presName="parentLeftMargin" presStyleLbl="node1" presStyleIdx="1" presStyleCnt="7"/>
      <dgm:spPr/>
    </dgm:pt>
    <dgm:pt modelId="{0C41C3A5-633A-4F20-B989-06BB9E7BD96E}" type="pres">
      <dgm:prSet presAssocID="{DF7FA2C2-4D1E-46C1-B325-FF54779B04FA}" presName="parentText" presStyleLbl="node1" presStyleIdx="2" presStyleCnt="7">
        <dgm:presLayoutVars>
          <dgm:chMax val="0"/>
          <dgm:bulletEnabled val="1"/>
        </dgm:presLayoutVars>
      </dgm:prSet>
      <dgm:spPr/>
    </dgm:pt>
    <dgm:pt modelId="{4B26CEC9-A8DB-4370-8CFB-5C87690656C1}" type="pres">
      <dgm:prSet presAssocID="{DF7FA2C2-4D1E-46C1-B325-FF54779B04FA}" presName="negativeSpace" presStyleCnt="0"/>
      <dgm:spPr/>
    </dgm:pt>
    <dgm:pt modelId="{49992DB5-B7FF-4BA5-AD5F-F8EEC2F69509}" type="pres">
      <dgm:prSet presAssocID="{DF7FA2C2-4D1E-46C1-B325-FF54779B04FA}" presName="childText" presStyleLbl="conFgAcc1" presStyleIdx="2" presStyleCnt="7">
        <dgm:presLayoutVars>
          <dgm:bulletEnabled val="1"/>
        </dgm:presLayoutVars>
      </dgm:prSet>
      <dgm:spPr/>
    </dgm:pt>
    <dgm:pt modelId="{61A1102D-EF46-4D87-8537-54CE1FB14300}" type="pres">
      <dgm:prSet presAssocID="{147B8527-BF7F-4946-9F0E-C6DD92C98071}" presName="spaceBetweenRectangles" presStyleCnt="0"/>
      <dgm:spPr/>
    </dgm:pt>
    <dgm:pt modelId="{EE67D207-6CD7-40DC-A195-7822EE094356}" type="pres">
      <dgm:prSet presAssocID="{3CF152E9-8FE4-4711-B42A-0772DCA6A124}" presName="parentLin" presStyleCnt="0"/>
      <dgm:spPr/>
    </dgm:pt>
    <dgm:pt modelId="{83D45734-F5C0-4043-9CF4-DCD3B21CF052}" type="pres">
      <dgm:prSet presAssocID="{3CF152E9-8FE4-4711-B42A-0772DCA6A124}" presName="parentLeftMargin" presStyleLbl="node1" presStyleIdx="2" presStyleCnt="7"/>
      <dgm:spPr/>
    </dgm:pt>
    <dgm:pt modelId="{0111BC76-3032-46AA-8123-9377625BBE7E}" type="pres">
      <dgm:prSet presAssocID="{3CF152E9-8FE4-4711-B42A-0772DCA6A124}" presName="parentText" presStyleLbl="node1" presStyleIdx="3" presStyleCnt="7">
        <dgm:presLayoutVars>
          <dgm:chMax val="0"/>
          <dgm:bulletEnabled val="1"/>
        </dgm:presLayoutVars>
      </dgm:prSet>
      <dgm:spPr/>
    </dgm:pt>
    <dgm:pt modelId="{B4585387-44A8-4C2C-93F8-19E17AFC6F5B}" type="pres">
      <dgm:prSet presAssocID="{3CF152E9-8FE4-4711-B42A-0772DCA6A124}" presName="negativeSpace" presStyleCnt="0"/>
      <dgm:spPr/>
    </dgm:pt>
    <dgm:pt modelId="{F8796B22-B993-4718-B949-22EC66636CAF}" type="pres">
      <dgm:prSet presAssocID="{3CF152E9-8FE4-4711-B42A-0772DCA6A124}" presName="childText" presStyleLbl="conFgAcc1" presStyleIdx="3" presStyleCnt="7">
        <dgm:presLayoutVars>
          <dgm:bulletEnabled val="1"/>
        </dgm:presLayoutVars>
      </dgm:prSet>
      <dgm:spPr/>
    </dgm:pt>
    <dgm:pt modelId="{A636CF07-E302-4F95-8B27-48031E318D4A}" type="pres">
      <dgm:prSet presAssocID="{74E6D196-6D4C-4B3C-A622-0A837D2094D2}" presName="spaceBetweenRectangles" presStyleCnt="0"/>
      <dgm:spPr/>
    </dgm:pt>
    <dgm:pt modelId="{9EC34260-9E34-4A37-9D80-29DE03888EC2}" type="pres">
      <dgm:prSet presAssocID="{67DE0FC7-5D3E-4F98-A4AA-B1655E5890D4}" presName="parentLin" presStyleCnt="0"/>
      <dgm:spPr/>
    </dgm:pt>
    <dgm:pt modelId="{53D6A6DA-FEEE-48D5-AA40-AA67B5980786}" type="pres">
      <dgm:prSet presAssocID="{67DE0FC7-5D3E-4F98-A4AA-B1655E5890D4}" presName="parentLeftMargin" presStyleLbl="node1" presStyleIdx="3" presStyleCnt="7"/>
      <dgm:spPr/>
    </dgm:pt>
    <dgm:pt modelId="{677FC4AB-07C4-4AE4-9CE8-9F9CDA8FCECD}" type="pres">
      <dgm:prSet presAssocID="{67DE0FC7-5D3E-4F98-A4AA-B1655E5890D4}" presName="parentText" presStyleLbl="node1" presStyleIdx="4" presStyleCnt="7">
        <dgm:presLayoutVars>
          <dgm:chMax val="0"/>
          <dgm:bulletEnabled val="1"/>
        </dgm:presLayoutVars>
      </dgm:prSet>
      <dgm:spPr/>
    </dgm:pt>
    <dgm:pt modelId="{5ED8EE27-E6B4-4DEE-B9D7-05A6C2488F03}" type="pres">
      <dgm:prSet presAssocID="{67DE0FC7-5D3E-4F98-A4AA-B1655E5890D4}" presName="negativeSpace" presStyleCnt="0"/>
      <dgm:spPr/>
    </dgm:pt>
    <dgm:pt modelId="{BFC2A1D1-E1E4-4F98-90DF-B1574ECAC6FF}" type="pres">
      <dgm:prSet presAssocID="{67DE0FC7-5D3E-4F98-A4AA-B1655E5890D4}" presName="childText" presStyleLbl="conFgAcc1" presStyleIdx="4" presStyleCnt="7">
        <dgm:presLayoutVars>
          <dgm:bulletEnabled val="1"/>
        </dgm:presLayoutVars>
      </dgm:prSet>
      <dgm:spPr/>
    </dgm:pt>
    <dgm:pt modelId="{3111B48B-EF6F-4D9B-8539-7023C45D02B4}" type="pres">
      <dgm:prSet presAssocID="{0D344257-4D07-4AB1-80E0-F197D95502CE}" presName="spaceBetweenRectangles" presStyleCnt="0"/>
      <dgm:spPr/>
    </dgm:pt>
    <dgm:pt modelId="{ECB94534-995C-4B44-91F3-55B4A594C826}" type="pres">
      <dgm:prSet presAssocID="{29E651D1-8059-4CA4-8A18-A6C13EAF8233}" presName="parentLin" presStyleCnt="0"/>
      <dgm:spPr/>
    </dgm:pt>
    <dgm:pt modelId="{FA5E69EE-DCE0-42F7-8B7D-9EBA1C669E83}" type="pres">
      <dgm:prSet presAssocID="{29E651D1-8059-4CA4-8A18-A6C13EAF8233}" presName="parentLeftMargin" presStyleLbl="node1" presStyleIdx="4" presStyleCnt="7"/>
      <dgm:spPr/>
    </dgm:pt>
    <dgm:pt modelId="{9C18A205-DACF-4DDC-92FA-190B90FB839A}" type="pres">
      <dgm:prSet presAssocID="{29E651D1-8059-4CA4-8A18-A6C13EAF8233}" presName="parentText" presStyleLbl="node1" presStyleIdx="5" presStyleCnt="7">
        <dgm:presLayoutVars>
          <dgm:chMax val="0"/>
          <dgm:bulletEnabled val="1"/>
        </dgm:presLayoutVars>
      </dgm:prSet>
      <dgm:spPr/>
    </dgm:pt>
    <dgm:pt modelId="{B3654C57-568C-40C6-9ED6-40AB68DA5259}" type="pres">
      <dgm:prSet presAssocID="{29E651D1-8059-4CA4-8A18-A6C13EAF8233}" presName="negativeSpace" presStyleCnt="0"/>
      <dgm:spPr/>
    </dgm:pt>
    <dgm:pt modelId="{1B359F0B-1141-46C1-B8C7-0D945D23FE95}" type="pres">
      <dgm:prSet presAssocID="{29E651D1-8059-4CA4-8A18-A6C13EAF8233}" presName="childText" presStyleLbl="conFgAcc1" presStyleIdx="5" presStyleCnt="7">
        <dgm:presLayoutVars>
          <dgm:bulletEnabled val="1"/>
        </dgm:presLayoutVars>
      </dgm:prSet>
      <dgm:spPr/>
    </dgm:pt>
    <dgm:pt modelId="{B1145832-1A6B-4745-A9E2-E068098C7D52}" type="pres">
      <dgm:prSet presAssocID="{1D84847B-C35A-498E-BD3A-23843F261229}" presName="spaceBetweenRectangles" presStyleCnt="0"/>
      <dgm:spPr/>
    </dgm:pt>
    <dgm:pt modelId="{FCFF0ACC-62E8-4ADE-9CA9-EA3417BB6F5E}" type="pres">
      <dgm:prSet presAssocID="{D183EB91-6839-4D4A-BD4F-320BC231D8EA}" presName="parentLin" presStyleCnt="0"/>
      <dgm:spPr/>
    </dgm:pt>
    <dgm:pt modelId="{20EFBE1F-43AC-4324-94A1-A914747B42BC}" type="pres">
      <dgm:prSet presAssocID="{D183EB91-6839-4D4A-BD4F-320BC231D8EA}" presName="parentLeftMargin" presStyleLbl="node1" presStyleIdx="5" presStyleCnt="7"/>
      <dgm:spPr/>
    </dgm:pt>
    <dgm:pt modelId="{F011850A-5B9B-4585-98BB-4ED4E46C592B}" type="pres">
      <dgm:prSet presAssocID="{D183EB91-6839-4D4A-BD4F-320BC231D8EA}" presName="parentText" presStyleLbl="node1" presStyleIdx="6" presStyleCnt="7">
        <dgm:presLayoutVars>
          <dgm:chMax val="0"/>
          <dgm:bulletEnabled val="1"/>
        </dgm:presLayoutVars>
      </dgm:prSet>
      <dgm:spPr/>
    </dgm:pt>
    <dgm:pt modelId="{D48C0EC1-D7B6-4FD8-A6F4-2263E32A787F}" type="pres">
      <dgm:prSet presAssocID="{D183EB91-6839-4D4A-BD4F-320BC231D8EA}" presName="negativeSpace" presStyleCnt="0"/>
      <dgm:spPr/>
    </dgm:pt>
    <dgm:pt modelId="{8ADC14B6-8919-414D-A59B-F52B3CD720B3}" type="pres">
      <dgm:prSet presAssocID="{D183EB91-6839-4D4A-BD4F-320BC231D8EA}" presName="childText" presStyleLbl="conFgAcc1" presStyleIdx="6" presStyleCnt="7">
        <dgm:presLayoutVars>
          <dgm:bulletEnabled val="1"/>
        </dgm:presLayoutVars>
      </dgm:prSet>
      <dgm:spPr/>
    </dgm:pt>
  </dgm:ptLst>
  <dgm:cxnLst>
    <dgm:cxn modelId="{41B3F504-6DC5-42FB-8EA3-BA57E46E1949}" type="presOf" srcId="{3CF152E9-8FE4-4711-B42A-0772DCA6A124}" destId="{0111BC76-3032-46AA-8123-9377625BBE7E}" srcOrd="1" destOrd="0" presId="urn:microsoft.com/office/officeart/2005/8/layout/list1"/>
    <dgm:cxn modelId="{7E211526-53C7-4114-97CB-B2E6BBDD5F01}" type="presOf" srcId="{DF7FA2C2-4D1E-46C1-B325-FF54779B04FA}" destId="{0C41C3A5-633A-4F20-B989-06BB9E7BD96E}" srcOrd="1" destOrd="0" presId="urn:microsoft.com/office/officeart/2005/8/layout/list1"/>
    <dgm:cxn modelId="{E395F637-9C4A-4574-9DA8-C57DC352B056}" srcId="{B003E5E1-A9D1-4BF9-B5E9-3D3308C4CA8C}" destId="{3CF152E9-8FE4-4711-B42A-0772DCA6A124}" srcOrd="3" destOrd="0" parTransId="{9003C60B-6378-4421-8882-0A9E840A5DF8}" sibTransId="{74E6D196-6D4C-4B3C-A622-0A837D2094D2}"/>
    <dgm:cxn modelId="{DADB783E-1FFA-4C16-AF04-072A56C8F9E8}" srcId="{B003E5E1-A9D1-4BF9-B5E9-3D3308C4CA8C}" destId="{29E651D1-8059-4CA4-8A18-A6C13EAF8233}" srcOrd="5" destOrd="0" parTransId="{893087D1-8FED-44A8-8462-2E472D4BD77B}" sibTransId="{1D84847B-C35A-498E-BD3A-23843F261229}"/>
    <dgm:cxn modelId="{3404835D-489C-4CAD-9B56-6722B59133E3}" type="presOf" srcId="{67DE0FC7-5D3E-4F98-A4AA-B1655E5890D4}" destId="{53D6A6DA-FEEE-48D5-AA40-AA67B5980786}" srcOrd="0" destOrd="0" presId="urn:microsoft.com/office/officeart/2005/8/layout/list1"/>
    <dgm:cxn modelId="{B660885F-DE14-46D7-B474-6503DA9C4455}" srcId="{B003E5E1-A9D1-4BF9-B5E9-3D3308C4CA8C}" destId="{67DE0FC7-5D3E-4F98-A4AA-B1655E5890D4}" srcOrd="4" destOrd="0" parTransId="{BA7C82BD-84F4-4E42-A990-0A9B388EE36B}" sibTransId="{0D344257-4D07-4AB1-80E0-F197D95502CE}"/>
    <dgm:cxn modelId="{2BD62561-E67B-4A0D-B8AE-DF52C2AA4EDD}" srcId="{B003E5E1-A9D1-4BF9-B5E9-3D3308C4CA8C}" destId="{DF7FA2C2-4D1E-46C1-B325-FF54779B04FA}" srcOrd="2" destOrd="0" parTransId="{9EBBB030-DA65-4187-8B03-3D5FC46B019D}" sibTransId="{147B8527-BF7F-4946-9F0E-C6DD92C98071}"/>
    <dgm:cxn modelId="{B2116F44-3916-4071-B3F8-61B85D7A1C3A}" type="presOf" srcId="{B003E5E1-A9D1-4BF9-B5E9-3D3308C4CA8C}" destId="{1B76F1F2-790A-45D8-9F36-9795E5CE7639}" srcOrd="0" destOrd="0" presId="urn:microsoft.com/office/officeart/2005/8/layout/list1"/>
    <dgm:cxn modelId="{7243B86A-616B-40CD-BFEF-AFD24A26AA64}" type="presOf" srcId="{D183EB91-6839-4D4A-BD4F-320BC231D8EA}" destId="{F011850A-5B9B-4585-98BB-4ED4E46C592B}" srcOrd="1" destOrd="0" presId="urn:microsoft.com/office/officeart/2005/8/layout/list1"/>
    <dgm:cxn modelId="{5E29B94A-5927-49F0-B04C-40DEEAFB377C}" type="presOf" srcId="{3CF152E9-8FE4-4711-B42A-0772DCA6A124}" destId="{83D45734-F5C0-4043-9CF4-DCD3B21CF052}" srcOrd="0" destOrd="0" presId="urn:microsoft.com/office/officeart/2005/8/layout/list1"/>
    <dgm:cxn modelId="{F103016D-73FB-4939-A1D7-3A46B1D2A0F2}" type="presOf" srcId="{DF3CFA1E-7193-410B-BB25-638A53CC29D0}" destId="{C0EAF968-742B-4E29-B4CE-48E1E440C1BA}" srcOrd="0" destOrd="0" presId="urn:microsoft.com/office/officeart/2005/8/layout/list1"/>
    <dgm:cxn modelId="{FA6A1D6F-46F8-4795-912D-C904B4BB12A6}" srcId="{B003E5E1-A9D1-4BF9-B5E9-3D3308C4CA8C}" destId="{DF3CFA1E-7193-410B-BB25-638A53CC29D0}" srcOrd="0" destOrd="0" parTransId="{5707688F-98BA-4F09-A908-4CA26D1E0B16}" sibTransId="{74F3EDAF-0C09-437A-B923-8A2B870DE379}"/>
    <dgm:cxn modelId="{54E8C559-4033-44F1-8DD2-43D6E5332F9B}" type="presOf" srcId="{29E651D1-8059-4CA4-8A18-A6C13EAF8233}" destId="{9C18A205-DACF-4DDC-92FA-190B90FB839A}" srcOrd="1" destOrd="0" presId="urn:microsoft.com/office/officeart/2005/8/layout/list1"/>
    <dgm:cxn modelId="{A118FA87-F3BC-4DAD-8C4B-CEF49CFFBFB6}" type="presOf" srcId="{9F57EA74-6F16-4616-A713-82233FC2A756}" destId="{FA61D354-16C8-4F00-B5E0-CF703A2F8448}" srcOrd="0" destOrd="0" presId="urn:microsoft.com/office/officeart/2005/8/layout/list1"/>
    <dgm:cxn modelId="{7B8AFFA7-0CA8-47E1-A5DC-E436AFAB529F}" type="presOf" srcId="{67DE0FC7-5D3E-4F98-A4AA-B1655E5890D4}" destId="{677FC4AB-07C4-4AE4-9CE8-9F9CDA8FCECD}" srcOrd="1" destOrd="0" presId="urn:microsoft.com/office/officeart/2005/8/layout/list1"/>
    <dgm:cxn modelId="{290AC2AA-79A3-4F5D-B718-AEED4E7FCB8C}" type="presOf" srcId="{29E651D1-8059-4CA4-8A18-A6C13EAF8233}" destId="{FA5E69EE-DCE0-42F7-8B7D-9EBA1C669E83}" srcOrd="0" destOrd="0" presId="urn:microsoft.com/office/officeart/2005/8/layout/list1"/>
    <dgm:cxn modelId="{E99F1EB8-60EE-44F6-BBB0-BF97E9BD073B}" type="presOf" srcId="{DF3CFA1E-7193-410B-BB25-638A53CC29D0}" destId="{6B459930-7C32-445F-9FBC-E99476CAD649}" srcOrd="1" destOrd="0" presId="urn:microsoft.com/office/officeart/2005/8/layout/list1"/>
    <dgm:cxn modelId="{834D48B9-E7F3-4CB5-9671-CF5AAB9B54F1}" type="presOf" srcId="{9F57EA74-6F16-4616-A713-82233FC2A756}" destId="{01799CE4-9026-4625-80A7-63926C9DD99F}" srcOrd="1" destOrd="0" presId="urn:microsoft.com/office/officeart/2005/8/layout/list1"/>
    <dgm:cxn modelId="{412D03C8-162D-4012-AE3D-A6A5D3559BE6}" srcId="{B003E5E1-A9D1-4BF9-B5E9-3D3308C4CA8C}" destId="{D183EB91-6839-4D4A-BD4F-320BC231D8EA}" srcOrd="6" destOrd="0" parTransId="{2857A137-5AF6-4277-80F0-355958DEBC9B}" sibTransId="{4AF93CA6-FAC8-459E-BB9B-D540FB0177E1}"/>
    <dgm:cxn modelId="{104324C8-77D1-4F08-98A0-09C18C62B254}" type="presOf" srcId="{D183EB91-6839-4D4A-BD4F-320BC231D8EA}" destId="{20EFBE1F-43AC-4324-94A1-A914747B42BC}" srcOrd="0" destOrd="0" presId="urn:microsoft.com/office/officeart/2005/8/layout/list1"/>
    <dgm:cxn modelId="{DD0010F0-262B-42AC-9612-50DB5E3046C1}" srcId="{B003E5E1-A9D1-4BF9-B5E9-3D3308C4CA8C}" destId="{9F57EA74-6F16-4616-A713-82233FC2A756}" srcOrd="1" destOrd="0" parTransId="{F9512291-306F-4794-A656-AA20AE2C4E36}" sibTransId="{32C55099-1B49-40C0-AA28-92AC3F85DDD2}"/>
    <dgm:cxn modelId="{147CE0F6-159A-422A-B5A0-907ABAB49FA7}" type="presOf" srcId="{DF7FA2C2-4D1E-46C1-B325-FF54779B04FA}" destId="{7317F5BC-B24C-4E7A-8576-8953ABB2F505}" srcOrd="0" destOrd="0" presId="urn:microsoft.com/office/officeart/2005/8/layout/list1"/>
    <dgm:cxn modelId="{4C680504-5C88-4783-8392-5B1D499142C4}" type="presParOf" srcId="{1B76F1F2-790A-45D8-9F36-9795E5CE7639}" destId="{AA485452-AC21-499C-BB28-AC30D2A7EDE4}" srcOrd="0" destOrd="0" presId="urn:microsoft.com/office/officeart/2005/8/layout/list1"/>
    <dgm:cxn modelId="{026C5687-686C-4B41-BD89-2B37161AF91F}" type="presParOf" srcId="{AA485452-AC21-499C-BB28-AC30D2A7EDE4}" destId="{C0EAF968-742B-4E29-B4CE-48E1E440C1BA}" srcOrd="0" destOrd="0" presId="urn:microsoft.com/office/officeart/2005/8/layout/list1"/>
    <dgm:cxn modelId="{7E90B370-17B5-4862-BEED-BD74C72CD773}" type="presParOf" srcId="{AA485452-AC21-499C-BB28-AC30D2A7EDE4}" destId="{6B459930-7C32-445F-9FBC-E99476CAD649}" srcOrd="1" destOrd="0" presId="urn:microsoft.com/office/officeart/2005/8/layout/list1"/>
    <dgm:cxn modelId="{D819B697-6FA4-41DD-A498-95428FF697EE}" type="presParOf" srcId="{1B76F1F2-790A-45D8-9F36-9795E5CE7639}" destId="{83802305-B7D8-4EC9-BCFF-BC3769C3BE2C}" srcOrd="1" destOrd="0" presId="urn:microsoft.com/office/officeart/2005/8/layout/list1"/>
    <dgm:cxn modelId="{FA9D5C4A-A1E6-41A9-A0FE-DFE1DDF60F66}" type="presParOf" srcId="{1B76F1F2-790A-45D8-9F36-9795E5CE7639}" destId="{E64811B9-9228-4D4B-A6A3-780CB784CF7E}" srcOrd="2" destOrd="0" presId="urn:microsoft.com/office/officeart/2005/8/layout/list1"/>
    <dgm:cxn modelId="{A80FDF77-37E5-4A3A-95D3-C2F3C4929B46}" type="presParOf" srcId="{1B76F1F2-790A-45D8-9F36-9795E5CE7639}" destId="{70698F21-6650-4FC8-925C-3284E8003F0B}" srcOrd="3" destOrd="0" presId="urn:microsoft.com/office/officeart/2005/8/layout/list1"/>
    <dgm:cxn modelId="{3809442E-932E-46E3-8746-DC99E19A911D}" type="presParOf" srcId="{1B76F1F2-790A-45D8-9F36-9795E5CE7639}" destId="{BA814907-D759-426F-AA55-0D92D9887677}" srcOrd="4" destOrd="0" presId="urn:microsoft.com/office/officeart/2005/8/layout/list1"/>
    <dgm:cxn modelId="{973C8FFE-CB12-4330-8559-B4D8E485157B}" type="presParOf" srcId="{BA814907-D759-426F-AA55-0D92D9887677}" destId="{FA61D354-16C8-4F00-B5E0-CF703A2F8448}" srcOrd="0" destOrd="0" presId="urn:microsoft.com/office/officeart/2005/8/layout/list1"/>
    <dgm:cxn modelId="{7148C217-33D2-43E6-A2E1-DFE782B9AF56}" type="presParOf" srcId="{BA814907-D759-426F-AA55-0D92D9887677}" destId="{01799CE4-9026-4625-80A7-63926C9DD99F}" srcOrd="1" destOrd="0" presId="urn:microsoft.com/office/officeart/2005/8/layout/list1"/>
    <dgm:cxn modelId="{1CF7020A-0427-4135-8EE5-9CA9C88450B3}" type="presParOf" srcId="{1B76F1F2-790A-45D8-9F36-9795E5CE7639}" destId="{84278D34-EF33-44BD-B5E5-8CDE121631B2}" srcOrd="5" destOrd="0" presId="urn:microsoft.com/office/officeart/2005/8/layout/list1"/>
    <dgm:cxn modelId="{FB5941AB-9226-466E-9043-AEB162DF91AD}" type="presParOf" srcId="{1B76F1F2-790A-45D8-9F36-9795E5CE7639}" destId="{4D60E91D-7FD8-4A8D-B7ED-C19A0616E212}" srcOrd="6" destOrd="0" presId="urn:microsoft.com/office/officeart/2005/8/layout/list1"/>
    <dgm:cxn modelId="{5DC0D448-3A2F-48B1-9372-8073865696B5}" type="presParOf" srcId="{1B76F1F2-790A-45D8-9F36-9795E5CE7639}" destId="{EF95DBB9-BBA5-419B-87C9-72D110FE9BF6}" srcOrd="7" destOrd="0" presId="urn:microsoft.com/office/officeart/2005/8/layout/list1"/>
    <dgm:cxn modelId="{B4840CAC-DBD7-41BB-AEED-84D2D576C244}" type="presParOf" srcId="{1B76F1F2-790A-45D8-9F36-9795E5CE7639}" destId="{630BC6DD-1916-433D-9718-129B6A1A2940}" srcOrd="8" destOrd="0" presId="urn:microsoft.com/office/officeart/2005/8/layout/list1"/>
    <dgm:cxn modelId="{724140E5-1832-4DE3-AE58-399920564E02}" type="presParOf" srcId="{630BC6DD-1916-433D-9718-129B6A1A2940}" destId="{7317F5BC-B24C-4E7A-8576-8953ABB2F505}" srcOrd="0" destOrd="0" presId="urn:microsoft.com/office/officeart/2005/8/layout/list1"/>
    <dgm:cxn modelId="{D5087BAC-F111-4C25-B3D7-5596BD68A9C0}" type="presParOf" srcId="{630BC6DD-1916-433D-9718-129B6A1A2940}" destId="{0C41C3A5-633A-4F20-B989-06BB9E7BD96E}" srcOrd="1" destOrd="0" presId="urn:microsoft.com/office/officeart/2005/8/layout/list1"/>
    <dgm:cxn modelId="{C4E6B290-2C9A-43D6-BC5F-92C3AF0111EB}" type="presParOf" srcId="{1B76F1F2-790A-45D8-9F36-9795E5CE7639}" destId="{4B26CEC9-A8DB-4370-8CFB-5C87690656C1}" srcOrd="9" destOrd="0" presId="urn:microsoft.com/office/officeart/2005/8/layout/list1"/>
    <dgm:cxn modelId="{90742A29-D2EC-45D9-8128-E381BBDA2D7F}" type="presParOf" srcId="{1B76F1F2-790A-45D8-9F36-9795E5CE7639}" destId="{49992DB5-B7FF-4BA5-AD5F-F8EEC2F69509}" srcOrd="10" destOrd="0" presId="urn:microsoft.com/office/officeart/2005/8/layout/list1"/>
    <dgm:cxn modelId="{B447FAFF-E667-4093-9300-D48A49C59D3F}" type="presParOf" srcId="{1B76F1F2-790A-45D8-9F36-9795E5CE7639}" destId="{61A1102D-EF46-4D87-8537-54CE1FB14300}" srcOrd="11" destOrd="0" presId="urn:microsoft.com/office/officeart/2005/8/layout/list1"/>
    <dgm:cxn modelId="{30320A3D-6A99-4AD1-AB7C-82805EEBA8E4}" type="presParOf" srcId="{1B76F1F2-790A-45D8-9F36-9795E5CE7639}" destId="{EE67D207-6CD7-40DC-A195-7822EE094356}" srcOrd="12" destOrd="0" presId="urn:microsoft.com/office/officeart/2005/8/layout/list1"/>
    <dgm:cxn modelId="{05D3B907-8C60-4750-A0A6-AFABD08DDBE5}" type="presParOf" srcId="{EE67D207-6CD7-40DC-A195-7822EE094356}" destId="{83D45734-F5C0-4043-9CF4-DCD3B21CF052}" srcOrd="0" destOrd="0" presId="urn:microsoft.com/office/officeart/2005/8/layout/list1"/>
    <dgm:cxn modelId="{11263145-5886-4452-ABB8-96E5EB90273D}" type="presParOf" srcId="{EE67D207-6CD7-40DC-A195-7822EE094356}" destId="{0111BC76-3032-46AA-8123-9377625BBE7E}" srcOrd="1" destOrd="0" presId="urn:microsoft.com/office/officeart/2005/8/layout/list1"/>
    <dgm:cxn modelId="{B0EF6F10-7098-4CB8-AEE1-B2A283DD8BF6}" type="presParOf" srcId="{1B76F1F2-790A-45D8-9F36-9795E5CE7639}" destId="{B4585387-44A8-4C2C-93F8-19E17AFC6F5B}" srcOrd="13" destOrd="0" presId="urn:microsoft.com/office/officeart/2005/8/layout/list1"/>
    <dgm:cxn modelId="{1A208692-0CC6-49A9-8FDC-68BCABC5F257}" type="presParOf" srcId="{1B76F1F2-790A-45D8-9F36-9795E5CE7639}" destId="{F8796B22-B993-4718-B949-22EC66636CAF}" srcOrd="14" destOrd="0" presId="urn:microsoft.com/office/officeart/2005/8/layout/list1"/>
    <dgm:cxn modelId="{F9FD3E1B-D6CE-4ECB-B845-CC7B7C64E082}" type="presParOf" srcId="{1B76F1F2-790A-45D8-9F36-9795E5CE7639}" destId="{A636CF07-E302-4F95-8B27-48031E318D4A}" srcOrd="15" destOrd="0" presId="urn:microsoft.com/office/officeart/2005/8/layout/list1"/>
    <dgm:cxn modelId="{C54A6EE4-9455-42D7-A9F4-24310858DC0B}" type="presParOf" srcId="{1B76F1F2-790A-45D8-9F36-9795E5CE7639}" destId="{9EC34260-9E34-4A37-9D80-29DE03888EC2}" srcOrd="16" destOrd="0" presId="urn:microsoft.com/office/officeart/2005/8/layout/list1"/>
    <dgm:cxn modelId="{EB874F94-35B6-4630-AAD3-CA01A0F62347}" type="presParOf" srcId="{9EC34260-9E34-4A37-9D80-29DE03888EC2}" destId="{53D6A6DA-FEEE-48D5-AA40-AA67B5980786}" srcOrd="0" destOrd="0" presId="urn:microsoft.com/office/officeart/2005/8/layout/list1"/>
    <dgm:cxn modelId="{A19E54FF-C396-41A3-8124-58538C404825}" type="presParOf" srcId="{9EC34260-9E34-4A37-9D80-29DE03888EC2}" destId="{677FC4AB-07C4-4AE4-9CE8-9F9CDA8FCECD}" srcOrd="1" destOrd="0" presId="urn:microsoft.com/office/officeart/2005/8/layout/list1"/>
    <dgm:cxn modelId="{A65CFF8C-FD32-4EE9-8657-F1146BCB0DF5}" type="presParOf" srcId="{1B76F1F2-790A-45D8-9F36-9795E5CE7639}" destId="{5ED8EE27-E6B4-4DEE-B9D7-05A6C2488F03}" srcOrd="17" destOrd="0" presId="urn:microsoft.com/office/officeart/2005/8/layout/list1"/>
    <dgm:cxn modelId="{A37FA999-5CDE-4012-82FE-1BD82E507866}" type="presParOf" srcId="{1B76F1F2-790A-45D8-9F36-9795E5CE7639}" destId="{BFC2A1D1-E1E4-4F98-90DF-B1574ECAC6FF}" srcOrd="18" destOrd="0" presId="urn:microsoft.com/office/officeart/2005/8/layout/list1"/>
    <dgm:cxn modelId="{32457A60-99C3-4A97-8F24-849D3F12A56D}" type="presParOf" srcId="{1B76F1F2-790A-45D8-9F36-9795E5CE7639}" destId="{3111B48B-EF6F-4D9B-8539-7023C45D02B4}" srcOrd="19" destOrd="0" presId="urn:microsoft.com/office/officeart/2005/8/layout/list1"/>
    <dgm:cxn modelId="{E9F1A7CA-C7DC-4473-A3AD-80F011455109}" type="presParOf" srcId="{1B76F1F2-790A-45D8-9F36-9795E5CE7639}" destId="{ECB94534-995C-4B44-91F3-55B4A594C826}" srcOrd="20" destOrd="0" presId="urn:microsoft.com/office/officeart/2005/8/layout/list1"/>
    <dgm:cxn modelId="{3978F678-229E-448A-A011-DEF5118A5D50}" type="presParOf" srcId="{ECB94534-995C-4B44-91F3-55B4A594C826}" destId="{FA5E69EE-DCE0-42F7-8B7D-9EBA1C669E83}" srcOrd="0" destOrd="0" presId="urn:microsoft.com/office/officeart/2005/8/layout/list1"/>
    <dgm:cxn modelId="{54950693-1AED-451B-810C-8DBA7C64F96C}" type="presParOf" srcId="{ECB94534-995C-4B44-91F3-55B4A594C826}" destId="{9C18A205-DACF-4DDC-92FA-190B90FB839A}" srcOrd="1" destOrd="0" presId="urn:microsoft.com/office/officeart/2005/8/layout/list1"/>
    <dgm:cxn modelId="{558FF941-E49C-4F7F-B778-E5E28D8A9AEF}" type="presParOf" srcId="{1B76F1F2-790A-45D8-9F36-9795E5CE7639}" destId="{B3654C57-568C-40C6-9ED6-40AB68DA5259}" srcOrd="21" destOrd="0" presId="urn:microsoft.com/office/officeart/2005/8/layout/list1"/>
    <dgm:cxn modelId="{427CC524-9338-4F0A-BB49-9B8C304AD976}" type="presParOf" srcId="{1B76F1F2-790A-45D8-9F36-9795E5CE7639}" destId="{1B359F0B-1141-46C1-B8C7-0D945D23FE95}" srcOrd="22" destOrd="0" presId="urn:microsoft.com/office/officeart/2005/8/layout/list1"/>
    <dgm:cxn modelId="{CA9962E0-9C3D-4852-9A7F-F675BF71628E}" type="presParOf" srcId="{1B76F1F2-790A-45D8-9F36-9795E5CE7639}" destId="{B1145832-1A6B-4745-A9E2-E068098C7D52}" srcOrd="23" destOrd="0" presId="urn:microsoft.com/office/officeart/2005/8/layout/list1"/>
    <dgm:cxn modelId="{345E90AD-747D-49C7-8A04-C848C212BA9C}" type="presParOf" srcId="{1B76F1F2-790A-45D8-9F36-9795E5CE7639}" destId="{FCFF0ACC-62E8-4ADE-9CA9-EA3417BB6F5E}" srcOrd="24" destOrd="0" presId="urn:microsoft.com/office/officeart/2005/8/layout/list1"/>
    <dgm:cxn modelId="{735D3156-1655-4B39-8CBC-C2E35D684DEB}" type="presParOf" srcId="{FCFF0ACC-62E8-4ADE-9CA9-EA3417BB6F5E}" destId="{20EFBE1F-43AC-4324-94A1-A914747B42BC}" srcOrd="0" destOrd="0" presId="urn:microsoft.com/office/officeart/2005/8/layout/list1"/>
    <dgm:cxn modelId="{21F72062-A767-4174-B7B3-265070CF4750}" type="presParOf" srcId="{FCFF0ACC-62E8-4ADE-9CA9-EA3417BB6F5E}" destId="{F011850A-5B9B-4585-98BB-4ED4E46C592B}" srcOrd="1" destOrd="0" presId="urn:microsoft.com/office/officeart/2005/8/layout/list1"/>
    <dgm:cxn modelId="{46D88BBB-1B00-4CF0-B44A-7B36C6D0B3E4}" type="presParOf" srcId="{1B76F1F2-790A-45D8-9F36-9795E5CE7639}" destId="{D48C0EC1-D7B6-4FD8-A6F4-2263E32A787F}" srcOrd="25" destOrd="0" presId="urn:microsoft.com/office/officeart/2005/8/layout/list1"/>
    <dgm:cxn modelId="{1332C1BC-D18F-4441-A4C2-562F9332E901}" type="presParOf" srcId="{1B76F1F2-790A-45D8-9F36-9795E5CE7639}" destId="{8ADC14B6-8919-414D-A59B-F52B3CD720B3}"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811B9-9228-4D4B-A6A3-780CB784CF7E}">
      <dsp:nvSpPr>
        <dsp:cNvPr id="0" name=""/>
        <dsp:cNvSpPr/>
      </dsp:nvSpPr>
      <dsp:spPr>
        <a:xfrm>
          <a:off x="0" y="36810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6B459930-7C32-445F-9FBC-E99476CAD649}">
      <dsp:nvSpPr>
        <dsp:cNvPr id="0" name=""/>
        <dsp:cNvSpPr/>
      </dsp:nvSpPr>
      <dsp:spPr>
        <a:xfrm>
          <a:off x="545782" y="13194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Founded in 1972</a:t>
          </a:r>
        </a:p>
      </dsp:txBody>
      <dsp:txXfrm>
        <a:off x="568839" y="154997"/>
        <a:ext cx="7594841" cy="426206"/>
      </dsp:txXfrm>
    </dsp:sp>
    <dsp:sp modelId="{4D60E91D-7FD8-4A8D-B7ED-C19A0616E212}">
      <dsp:nvSpPr>
        <dsp:cNvPr id="0" name=""/>
        <dsp:cNvSpPr/>
      </dsp:nvSpPr>
      <dsp:spPr>
        <a:xfrm>
          <a:off x="0" y="109386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1799CE4-9026-4625-80A7-63926C9DD99F}">
      <dsp:nvSpPr>
        <dsp:cNvPr id="0" name=""/>
        <dsp:cNvSpPr/>
      </dsp:nvSpPr>
      <dsp:spPr>
        <a:xfrm>
          <a:off x="545782" y="85770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Headquartered in Waldorf, Germany</a:t>
          </a:r>
        </a:p>
      </dsp:txBody>
      <dsp:txXfrm>
        <a:off x="568839" y="880757"/>
        <a:ext cx="7594841" cy="426206"/>
      </dsp:txXfrm>
    </dsp:sp>
    <dsp:sp modelId="{49992DB5-B7FF-4BA5-AD5F-F8EEC2F69509}">
      <dsp:nvSpPr>
        <dsp:cNvPr id="0" name=""/>
        <dsp:cNvSpPr/>
      </dsp:nvSpPr>
      <dsp:spPr>
        <a:xfrm>
          <a:off x="0" y="181962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C41C3A5-633A-4F20-B989-06BB9E7BD96E}">
      <dsp:nvSpPr>
        <dsp:cNvPr id="0" name=""/>
        <dsp:cNvSpPr/>
      </dsp:nvSpPr>
      <dsp:spPr>
        <a:xfrm>
          <a:off x="545782" y="158346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In German SAP means "System, Application &amp; Products in Data Processing"</a:t>
          </a:r>
        </a:p>
      </dsp:txBody>
      <dsp:txXfrm>
        <a:off x="568839" y="1606517"/>
        <a:ext cx="7594841" cy="426206"/>
      </dsp:txXfrm>
    </dsp:sp>
    <dsp:sp modelId="{F8796B22-B993-4718-B949-22EC66636CAF}">
      <dsp:nvSpPr>
        <dsp:cNvPr id="0" name=""/>
        <dsp:cNvSpPr/>
      </dsp:nvSpPr>
      <dsp:spPr>
        <a:xfrm>
          <a:off x="0" y="254538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111BC76-3032-46AA-8123-9377625BBE7E}">
      <dsp:nvSpPr>
        <dsp:cNvPr id="0" name=""/>
        <dsp:cNvSpPr/>
      </dsp:nvSpPr>
      <dsp:spPr>
        <a:xfrm>
          <a:off x="545782" y="230922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More Than 1,83,000 customers worldwide</a:t>
          </a:r>
        </a:p>
      </dsp:txBody>
      <dsp:txXfrm>
        <a:off x="568839" y="2332277"/>
        <a:ext cx="7594841" cy="426206"/>
      </dsp:txXfrm>
    </dsp:sp>
    <dsp:sp modelId="{BFC2A1D1-E1E4-4F98-90DF-B1574ECAC6FF}">
      <dsp:nvSpPr>
        <dsp:cNvPr id="0" name=""/>
        <dsp:cNvSpPr/>
      </dsp:nvSpPr>
      <dsp:spPr>
        <a:xfrm>
          <a:off x="0" y="327114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677FC4AB-07C4-4AE4-9CE8-9F9CDA8FCECD}">
      <dsp:nvSpPr>
        <dsp:cNvPr id="0" name=""/>
        <dsp:cNvSpPr/>
      </dsp:nvSpPr>
      <dsp:spPr>
        <a:xfrm>
          <a:off x="545782" y="303498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More than 55,000 employees worldwide</a:t>
          </a:r>
        </a:p>
      </dsp:txBody>
      <dsp:txXfrm>
        <a:off x="568839" y="3058037"/>
        <a:ext cx="7594841" cy="426206"/>
      </dsp:txXfrm>
    </dsp:sp>
    <dsp:sp modelId="{1B359F0B-1141-46C1-B8C7-0D945D23FE95}">
      <dsp:nvSpPr>
        <dsp:cNvPr id="0" name=""/>
        <dsp:cNvSpPr/>
      </dsp:nvSpPr>
      <dsp:spPr>
        <a:xfrm>
          <a:off x="0" y="399690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C18A205-DACF-4DDC-92FA-190B90FB839A}">
      <dsp:nvSpPr>
        <dsp:cNvPr id="0" name=""/>
        <dsp:cNvSpPr/>
      </dsp:nvSpPr>
      <dsp:spPr>
        <a:xfrm>
          <a:off x="545782" y="376074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World's Largest business software company</a:t>
          </a:r>
        </a:p>
      </dsp:txBody>
      <dsp:txXfrm>
        <a:off x="568839" y="3783797"/>
        <a:ext cx="7594841" cy="426206"/>
      </dsp:txXfrm>
    </dsp:sp>
    <dsp:sp modelId="{8ADC14B6-8919-414D-A59B-F52B3CD720B3}">
      <dsp:nvSpPr>
        <dsp:cNvPr id="0" name=""/>
        <dsp:cNvSpPr/>
      </dsp:nvSpPr>
      <dsp:spPr>
        <a:xfrm>
          <a:off x="0" y="4722660"/>
          <a:ext cx="10915649"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F011850A-5B9B-4585-98BB-4ED4E46C592B}">
      <dsp:nvSpPr>
        <dsp:cNvPr id="0" name=""/>
        <dsp:cNvSpPr/>
      </dsp:nvSpPr>
      <dsp:spPr>
        <a:xfrm>
          <a:off x="545782" y="4486500"/>
          <a:ext cx="7640955" cy="4723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88810" tIns="0" rIns="288810" bIns="0" numCol="1" spcCol="1270" anchor="ctr" anchorCtr="0">
          <a:noAutofit/>
        </a:bodyPr>
        <a:lstStyle/>
        <a:p>
          <a:pPr marL="0" lvl="0" indent="0" algn="l" defTabSz="711200" rtl="0">
            <a:lnSpc>
              <a:spcPct val="90000"/>
            </a:lnSpc>
            <a:spcBef>
              <a:spcPct val="0"/>
            </a:spcBef>
            <a:spcAft>
              <a:spcPct val="35000"/>
            </a:spcAft>
            <a:buNone/>
          </a:pPr>
          <a:r>
            <a:rPr lang="en-US" sz="1600" kern="1200">
              <a:solidFill>
                <a:schemeClr val="tx2"/>
              </a:solidFill>
              <a:latin typeface="Times New Roman"/>
              <a:ea typeface="+mn-ea"/>
              <a:cs typeface="+mn-cs"/>
            </a:rPr>
            <a:t>Revenue: Euro 34.18 billion(2024)</a:t>
          </a:r>
        </a:p>
      </dsp:txBody>
      <dsp:txXfrm>
        <a:off x="568839" y="4509557"/>
        <a:ext cx="7594841"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2/24/2026</a:t>
            </a:fld>
            <a:endParaRPr lang="en-US" sz="70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2/24/2026</a:t>
            </a:fld>
            <a:endParaRPr lang="en-US"/>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3777184-81F0-E0F2-1EC9-0750B464E46C}"/>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061DD8-6B28-F45C-129C-A5B6E28BFA8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0599BD7-15A2-3D63-399B-63FFA4543D68}"/>
              </a:ext>
            </a:extLst>
          </p:cNvPr>
          <p:cNvSpPr>
            <a:spLocks noGrp="1"/>
          </p:cNvSpPr>
          <p:nvPr>
            <p:ph type="sldNum" sz="quarter" idx="5"/>
          </p:nvPr>
        </p:nvSpPr>
        <p:spPr/>
        <p:txBody>
          <a:bodyPr/>
          <a:lstStyle/>
          <a:p>
            <a:fld id="{3B1EFD08-C94F-6048-8AD6-4B7ED2EB73E5}" type="slidenum">
              <a:rPr lang="en-US" smtClean="0"/>
              <a:pPr/>
              <a:t>10</a:t>
            </a:fld>
            <a:endParaRPr lang="en-US"/>
          </a:p>
        </p:txBody>
      </p:sp>
    </p:spTree>
    <p:extLst>
      <p:ext uri="{BB962C8B-B14F-4D97-AF65-F5344CB8AC3E}">
        <p14:creationId xmlns:p14="http://schemas.microsoft.com/office/powerpoint/2010/main" val="2046935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r>
              <a:rPr lang="en-US"/>
              <a:t>© 2024 Cognizant | Private</a:t>
            </a:r>
          </a:p>
        </p:txBody>
      </p:sp>
      <p:sp>
        <p:nvSpPr>
          <p:cNvPr id="5" name="Slide Number Placeholder 4"/>
          <p:cNvSpPr>
            <a:spLocks noGrp="1"/>
          </p:cNvSpPr>
          <p:nvPr>
            <p:ph type="sldNum" sz="quarter" idx="5"/>
          </p:nvPr>
        </p:nvSpPr>
        <p:spPr/>
        <p:txBody>
          <a:bodyPr/>
          <a:lstStyle/>
          <a:p>
            <a:fld id="{3B1EFD08-C94F-6048-8AD6-4B7ED2EB73E5}" type="slidenum">
              <a:rPr lang="en-US" smtClean="0"/>
              <a:pPr/>
              <a:t>48</a:t>
            </a:fld>
            <a:endParaRPr lang="en-US"/>
          </a:p>
        </p:txBody>
      </p:sp>
    </p:spTree>
    <p:extLst>
      <p:ext uri="{BB962C8B-B14F-4D97-AF65-F5344CB8AC3E}">
        <p14:creationId xmlns:p14="http://schemas.microsoft.com/office/powerpoint/2010/main" val="835492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r>
              <a:rPr lang="en-US"/>
              <a:t>© 2024 Cognizant | Private</a:t>
            </a:r>
          </a:p>
        </p:txBody>
      </p:sp>
      <p:sp>
        <p:nvSpPr>
          <p:cNvPr id="5" name="Slide Number Placeholder 4"/>
          <p:cNvSpPr>
            <a:spLocks noGrp="1"/>
          </p:cNvSpPr>
          <p:nvPr>
            <p:ph type="sldNum" sz="quarter" idx="5"/>
          </p:nvPr>
        </p:nvSpPr>
        <p:spPr/>
        <p:txBody>
          <a:bodyPr/>
          <a:lstStyle/>
          <a:p>
            <a:fld id="{3B1EFD08-C94F-6048-8AD6-4B7ED2EB73E5}" type="slidenum">
              <a:rPr lang="en-US" smtClean="0"/>
              <a:pPr/>
              <a:t>53</a:t>
            </a:fld>
            <a:endParaRPr lang="en-US"/>
          </a:p>
        </p:txBody>
      </p:sp>
    </p:spTree>
    <p:extLst>
      <p:ext uri="{BB962C8B-B14F-4D97-AF65-F5344CB8AC3E}">
        <p14:creationId xmlns:p14="http://schemas.microsoft.com/office/powerpoint/2010/main" val="3854483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S">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3B25028-15F8-465D-B652-DE49725C230E}" type="datetime1">
              <a:rPr lang="en-US" smtClean="0"/>
              <a:t>2/24/2026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2">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99ECDA0A-3D43-4204-AE2B-723F1F1BD7B3}" type="datetime1">
              <a:rPr lang="en-US" smtClean="0"/>
              <a:t>2/24/2026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CA835D22-DD7E-43DE-89F0-F372B39DB514}" type="datetime1">
              <a:rPr lang="en-US" smtClean="0"/>
              <a:t>2/24/2026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10C09E82-8A3D-4B44-985F-78BC9C0E656C}" type="datetime1">
              <a:rPr lang="en-US" smtClean="0"/>
              <a:t>2/24/2026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0A796DE1-D5BA-40B0-8661-37826DE8FC36}" type="datetime1">
              <a:rPr lang="en-US" smtClean="0"/>
              <a:t>2/24/2026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S">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663F5CED-D7EA-4054-A347-387F7B65AB7C}"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315E7B25-9D9D-4F06-BAE0-4B2E44E1617F}"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DE05D3C5-D0C7-4980-AF61-D1916449FDAF}"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80F0F967-26AB-400D-8DBC-FA38C9319B13}"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8C22DDAF-6686-4A04-A9E7-405A7865FA6D}"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364B96-038F-4525-9C64-19AACDC0BC71}"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3 - gradient 1">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876BE328-EDC8-4C84-AF0B-84B5803E5962}"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3 - gradient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3C9BE8-72E9-4FD9-B1CC-99604D3E8726}"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3 - gradient 3">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591DF3C2-C9C7-4914-A9FB-369279CD3EA1}"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8B15587-AD25-43B9-BC78-033EDD4D4355}"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C95B402-59E8-44B6-9EF7-FD6141EC420D}"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FBB528C-BD72-4283-B194-8896D0EBDCB9}"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AAB5C79E-D8B9-4EBB-93DF-8432CEE13EA5}"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DACA029-2560-426D-8814-3374B6DE89FE}"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58A982B-53A6-48BB-B46D-B0404D0108AB}" type="datetime1">
              <a:rPr lang="en-US" smtClean="0"/>
              <a:t>2/24/2026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78E00B0A-10A3-44E1-A059-4989ECEC6E3C}" type="datetime1">
              <a:rPr lang="en-US" smtClean="0"/>
              <a:t>2/24/2026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56E818BD-3E69-407F-9C3D-C11541A4D3B3}" type="datetime1">
              <a:rPr lang="en-US" smtClean="0"/>
              <a:t>2/24/2026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39DE6A8-E76E-42A7-BF4D-EFAC142F2673}" type="datetime1">
              <a:rPr lang="en-US" smtClean="0"/>
              <a:t>2/24/2026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85279F45-B8D6-484E-AF9B-EFBDE9EFAB64}" type="datetime1">
              <a:rPr lang="en-US" smtClean="0"/>
              <a:t>2/24/2026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3CEA23-DABB-47F1-B291-3CCE67B0D539}" type="datetime1">
              <a:rPr lang="en-US" smtClean="0"/>
              <a:t>2/24/2026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40A75CDC-C600-4604-A607-1BBED553376A}" type="datetime1">
              <a:rPr lang="en-US" smtClean="0"/>
              <a:t>2/24/2026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BF53895E-533C-4BB7-8FEA-7EB016970909}" type="datetime1">
              <a:rPr lang="en-US" smtClean="0"/>
              <a:t>2/24/2026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0E446982-0741-4569-94E5-28D304A1F7B7}" type="datetime1">
              <a:rPr lang="en-US" smtClean="0"/>
              <a:t>2/24/2026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20CA4F5D-6E4B-42EC-A97A-04BA30A46B8E}" type="datetime1">
              <a:rPr lang="en-US" smtClean="0"/>
              <a:t>2/24/2026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321F64F1-EF37-4BFB-BDC2-75B5C74FF165}" type="datetime1">
              <a:rPr lang="en-US" smtClean="0"/>
              <a:t>2/24/2026</a:t>
            </a:fld>
            <a:endParaRPr lang="en-US"/>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59CBE39F-85BF-416B-868C-F8D77C010288}"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BE10042-0A98-4532-B9BC-BA471C15850F}"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ARK LAYOUTS">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29DAD134-242A-4F7A-8A44-060D04356D9F}" type="datetime1">
              <a:rPr lang="en-US" smtClean="0"/>
              <a:t>2/24/2026</a:t>
            </a:fld>
            <a:endParaRPr lang="en-US"/>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0FD1EF91-C7AE-4DCA-9622-4BF8531B812F}" type="datetime1">
              <a:rPr lang="en-US" smtClean="0"/>
              <a:t>2/24/2026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9FE11F17-E295-4C56-BDA2-F8F9086B095B}" type="datetime1">
              <a:rPr lang="en-US" smtClean="0"/>
              <a:t>2/24/2026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 dar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1AD8C7BF-F9C5-470F-992A-564EBACF9969}" type="datetime1">
              <a:rPr lang="en-US" smtClean="0"/>
              <a:t>2/24/2026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a:t>
            </a:r>
          </a:p>
          <a:p>
            <a:pPr lvl="4"/>
            <a:r>
              <a:rPr lang="en-US"/>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BCE63613-901E-4F05-A883-1C1C87396DB8}" type="datetime1">
              <a:rPr lang="en-US" smtClean="0"/>
              <a:t>2/24/2026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lum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A714790E-00C3-4D54-BA36-09F2D4F0D913}" type="datetime1">
              <a:rPr lang="en-US" smtClean="0"/>
              <a:t>2/24/2026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horizontal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DE6FB2D6-8C9B-4A29-98BC-12847038C18D}" type="datetime1">
              <a:rPr lang="en-US" smtClean="0"/>
              <a:t>2/24/2026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B4B7CD85-03AB-42EC-988F-BFD90742C033}" type="datetime1">
              <a:rPr lang="en-US" smtClean="0"/>
              <a:t>2/24/2026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4AF60C28-D760-4559-B1A2-4806B60667D4}" type="datetime1">
              <a:rPr lang="en-US" smtClean="0"/>
              <a:t>2/24/2026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DCC223E8-9560-4C2D-BE52-4E29A0126264}" type="datetime1">
              <a:rPr lang="en-US" smtClean="0"/>
              <a:t>2/24/2026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 dark">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76F22781-A881-4B83-AE91-F83C81B51708}" type="datetime1">
              <a:rPr lang="en-US" smtClean="0"/>
              <a:t>2/24/2026</a:t>
            </a:fld>
            <a:endParaRPr lang="en-US"/>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IMAGERY">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IMAGERY</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C8BB6920-DDA8-4D42-896E-20CDC3111914}" type="datetime1">
              <a:rPr lang="en-US" smtClean="0"/>
              <a:t>2/24/2026</a:t>
            </a:fld>
            <a:endParaRPr lang="en-US"/>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Half image - ligh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2BA08-71C5-4E6E-B241-8233409A28F9}" type="datetime1">
              <a:rPr lang="en-US" smtClean="0"/>
              <a:t>2/24/2026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Half image - dark">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12ABAC4D-785E-4C90-8EC4-28CBB0B4400D}"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Half image big statement - ligh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F584C6B1-201B-453B-8D11-01B2096A0F2F}" type="datetime1">
              <a:rPr lang="en-US" smtClean="0"/>
              <a:t>2/24/2026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alf image big statement - dark">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E3FBF730-4D04-4A94-9921-30D24440596B}" type="datetime1">
              <a:rPr lang="en-US" smtClean="0"/>
              <a:t>2/24/2026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o - dark">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53378CA-EA49-4C62-93AF-D976C7B38EB0}"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9E3E602-AC2B-4A66-B93F-90002D569C46}"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introduction - dark">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D12FAFE4-14C0-4E43-AE71-C64A7422A3E8}"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io alt - dark">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35EE6360-A346-4D36-B048-9E2D0C7EC4A0}"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052958BA-3EB4-4769-BE5B-083AAB51724F}"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74F8A29-F41B-410A-B3EF-1A4B2E95C7D2}"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597BD354-49E5-40BF-9A41-4E9931039F91}" type="datetime1">
              <a:rPr lang="en-US" smtClean="0"/>
              <a:t>2/24/2026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RINT LAYOUTS">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PRINT</a:t>
            </a:r>
            <a:br>
              <a:rPr kumimoji="0" lang="en-US" sz="16600" b="1" i="0" u="none" strike="noStrike" kern="0" cap="none" spc="0" normalizeH="0" baseline="0" noProof="0">
                <a:ln>
                  <a:noFill/>
                </a:ln>
                <a:solidFill>
                  <a:srgbClr val="FFFFFF"/>
                </a:solidFill>
                <a:effectLst/>
                <a:uLnTx/>
                <a:uFillTx/>
              </a:rPr>
            </a:br>
            <a:r>
              <a:rPr kumimoji="0" lang="en-US" sz="16600" b="1" i="0" u="none" strike="noStrike" kern="0" cap="none" spc="0" normalizeH="0" baseline="0" noProof="0">
                <a:ln>
                  <a:noFill/>
                </a:ln>
                <a:solidFill>
                  <a:srgbClr val="FFFFFF"/>
                </a:solidFill>
                <a:effectLst/>
                <a:uLnTx/>
                <a:uFillTx/>
              </a:rPr>
              <a:t>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109B5698-B893-4D2F-B07D-2A35865F506A}" type="datetime1">
              <a:rPr lang="en-US" smtClean="0"/>
              <a:t>2/24/2026</a:t>
            </a:fld>
            <a:endParaRPr lang="en-US"/>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3977BEC5-8A28-468E-BDDB-129FD070E208}" type="datetime1">
              <a:rPr lang="en-US" smtClean="0"/>
              <a:t>2/24/2026</a:t>
            </a:fld>
            <a:endParaRPr lang="en-US"/>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14F1C031-EC3A-4B39-89BF-3EBD35E7CF26}" type="datetime1">
              <a:rPr lang="en-US" smtClean="0"/>
              <a:t>2/24/2026</a:t>
            </a:fld>
            <a:endParaRPr lang="en-US"/>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5116E22E-5F54-4E86-BE2F-AEC3E647839B}" type="datetime1">
              <a:rPr lang="en-US" smtClean="0"/>
              <a:t>2/24/2026</a:t>
            </a:fld>
            <a:endParaRPr lang="en-US"/>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a:solidFill>
                  <a:schemeClr val="bg1"/>
                </a:solidFill>
              </a:rPr>
              <a:t>DO NOT USE </a:t>
            </a:r>
            <a:br>
              <a:rPr lang="en-US" sz="9600" b="1">
                <a:solidFill>
                  <a:schemeClr val="bg1"/>
                </a:solidFill>
              </a:rPr>
            </a:br>
            <a:r>
              <a:rPr lang="en-US" sz="9600" b="1">
                <a:solidFill>
                  <a:schemeClr val="bg1"/>
                </a:solidFill>
              </a:rPr>
              <a:t>ANY LAYOUTS </a:t>
            </a:r>
            <a:br>
              <a:rPr lang="en-US" sz="9600" b="1">
                <a:solidFill>
                  <a:schemeClr val="bg1"/>
                </a:solidFill>
              </a:rPr>
            </a:br>
            <a:r>
              <a:rPr lang="en-US" sz="9600" b="1">
                <a:solidFill>
                  <a:schemeClr val="bg1"/>
                </a:solidFill>
              </a:rPr>
              <a:t>BEYOND </a:t>
            </a:r>
            <a:br>
              <a:rPr lang="en-US" sz="9600" b="1">
                <a:solidFill>
                  <a:schemeClr val="bg1"/>
                </a:solidFill>
              </a:rPr>
            </a:br>
            <a:r>
              <a:rPr lang="en-US" sz="9600" b="1">
                <a:solidFill>
                  <a:schemeClr val="bg1"/>
                </a:solidFill>
              </a:rPr>
              <a:t>THIS POINT</a:t>
            </a:r>
          </a:p>
          <a:p>
            <a:pPr algn="ctr">
              <a:lnSpc>
                <a:spcPct val="90000"/>
              </a:lnSpc>
              <a:spcAft>
                <a:spcPts val="2400"/>
              </a:spcAft>
            </a:pPr>
            <a:r>
              <a:rPr lang="en-US" sz="3600" b="0" i="1">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628650" y="2105094"/>
            <a:ext cx="4426966" cy="1828469"/>
          </a:xfrm>
        </p:spPr>
        <p:txBody>
          <a:bodyPr anchor="b">
            <a:noAutofit/>
          </a:bodyPr>
          <a:lstStyle>
            <a:lvl1pPr algn="l">
              <a:defRPr sz="36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629119" y="4187952"/>
            <a:ext cx="4428086"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628652" y="6263640"/>
            <a:ext cx="3129341" cy="365125"/>
          </a:xfrm>
          <a:prstGeom prst="rect">
            <a:avLst/>
          </a:prstGeom>
        </p:spPr>
        <p:txBody>
          <a:bodyPr/>
          <a:lstStyle>
            <a:lvl1pPr>
              <a:defRPr>
                <a:solidFill>
                  <a:schemeClr val="bg2"/>
                </a:solidFill>
              </a:defRPr>
            </a:lvl1pPr>
          </a:lstStyle>
          <a:p>
            <a:r>
              <a:rPr lang="en-US"/>
              <a:t>© 2025 Cognizant | Confidential &amp; Proprietary</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628652" y="5289745"/>
            <a:ext cx="4426942"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spTree>
    <p:extLst>
      <p:ext uri="{BB962C8B-B14F-4D97-AF65-F5344CB8AC3E}">
        <p14:creationId xmlns:p14="http://schemas.microsoft.com/office/powerpoint/2010/main" val="336572039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2.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126EAEDB-10CB-46D9-A43C-B1BF6CFFF70A}" type="datetime1">
              <a:rPr lang="en-US" smtClean="0"/>
              <a:t>2/24/2026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 id="2147484009" r:id="rId69"/>
  </p:sldLayoutIdLst>
  <p:hf hdr="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4.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51.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6.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6.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4.xml"/><Relationship Id="rId5" Type="http://schemas.openxmlformats.org/officeDocument/2006/relationships/image" Target="../media/image69.png"/><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23058C3-7595-9EEB-4F60-12694BCF5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592" b="18722"/>
          <a:stretch>
            <a:fillRect/>
          </a:stretch>
        </p:blipFill>
        <p:spPr bwMode="auto">
          <a:xfrm>
            <a:off x="4310" y="3822"/>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FFFFFF"/>
          </a:solidFill>
        </p:spPr>
      </p:pic>
      <p:sp>
        <p:nvSpPr>
          <p:cNvPr id="7" name="Text Placeholder 6">
            <a:extLst>
              <a:ext uri="{FF2B5EF4-FFF2-40B4-BE49-F238E27FC236}">
                <a16:creationId xmlns:a16="http://schemas.microsoft.com/office/drawing/2014/main" id="{E8B7C9CE-73D8-B618-3C6A-7BAC4AC03EFE}"/>
              </a:ext>
            </a:extLst>
          </p:cNvPr>
          <p:cNvSpPr>
            <a:spLocks noGrp="1"/>
          </p:cNvSpPr>
          <p:nvPr>
            <p:ph type="title"/>
          </p:nvPr>
        </p:nvSpPr>
        <p:spPr>
          <a:xfrm>
            <a:off x="7162448" y="2238700"/>
            <a:ext cx="4736394" cy="1107996"/>
          </a:xfrm>
        </p:spPr>
        <p:txBody>
          <a:bodyPr wrap="square" anchor="ctr">
            <a:normAutofit fontScale="90000"/>
          </a:bodyPr>
          <a:lstStyle/>
          <a:p>
            <a:r>
              <a:rPr lang="en-US" sz="3600">
                <a:latin typeface="Algerian" panose="04020705040A02060702" pitchFamily="82" charset="0"/>
              </a:rPr>
              <a:t>SAP PP </a:t>
            </a:r>
            <a:br>
              <a:rPr lang="en-US" sz="3600">
                <a:latin typeface="Algerian" panose="04020705040A02060702" pitchFamily="82" charset="0"/>
              </a:rPr>
            </a:br>
            <a:r>
              <a:rPr lang="en-US" sz="3600">
                <a:latin typeface="Algerian" panose="04020705040A02060702" pitchFamily="82" charset="0"/>
              </a:rPr>
              <a:t>(Production Planning)</a:t>
            </a:r>
            <a:br>
              <a:rPr lang="en-US" sz="3600"/>
            </a:br>
            <a:br>
              <a:rPr lang="en-US" sz="3600">
                <a:latin typeface="Algerian" panose="04020705040A02060702" pitchFamily="82" charset="0"/>
              </a:rPr>
            </a:br>
            <a:r>
              <a:rPr lang="en-US" sz="2700">
                <a:solidFill>
                  <a:schemeClr val="accent3">
                    <a:lumMod val="50000"/>
                  </a:schemeClr>
                </a:solidFill>
                <a:latin typeface="Algerian" panose="04020705040A02060702" pitchFamily="82" charset="0"/>
              </a:rPr>
              <a:t>Product = </a:t>
            </a:r>
            <a:br>
              <a:rPr lang="en-US" sz="2700">
                <a:solidFill>
                  <a:schemeClr val="accent3">
                    <a:lumMod val="50000"/>
                  </a:schemeClr>
                </a:solidFill>
                <a:latin typeface="Algerian" panose="04020705040A02060702" pitchFamily="82" charset="0"/>
              </a:rPr>
            </a:br>
            <a:r>
              <a:rPr lang="en-US" sz="2700">
                <a:solidFill>
                  <a:schemeClr val="accent3">
                    <a:lumMod val="50000"/>
                  </a:schemeClr>
                </a:solidFill>
                <a:latin typeface="Algerian" panose="04020705040A02060702" pitchFamily="82" charset="0"/>
              </a:rPr>
              <a:t>Bicycle Manufacturing</a:t>
            </a:r>
            <a:br>
              <a:rPr lang="en-IN"/>
            </a:br>
            <a:br>
              <a:rPr lang="en-IN"/>
            </a:br>
            <a:br>
              <a:rPr lang="en-US"/>
            </a:br>
            <a:endParaRPr lang="en-US"/>
          </a:p>
        </p:txBody>
      </p:sp>
      <p:sp>
        <p:nvSpPr>
          <p:cNvPr id="5" name="Date Placeholder 4">
            <a:extLst>
              <a:ext uri="{FF2B5EF4-FFF2-40B4-BE49-F238E27FC236}">
                <a16:creationId xmlns:a16="http://schemas.microsoft.com/office/drawing/2014/main" id="{7F2597E0-D581-8E8B-86A8-2BF46D822CCF}"/>
              </a:ext>
            </a:extLst>
          </p:cNvPr>
          <p:cNvSpPr>
            <a:spLocks noGrp="1"/>
          </p:cNvSpPr>
          <p:nvPr>
            <p:ph type="dt" sz="half" idx="10"/>
          </p:nvPr>
        </p:nvSpPr>
        <p:spPr/>
        <p:txBody>
          <a:bodyPr/>
          <a:lstStyle/>
          <a:p>
            <a:fld id="{65EF0A80-7172-4F6A-B437-3436290614FB}" type="datetime1">
              <a:rPr lang="en-US" smtClean="0"/>
              <a:t>2/24/2026</a:t>
            </a:fld>
            <a:endParaRPr lang="en-US"/>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1"/>
          </p:nvPr>
        </p:nvSpPr>
        <p:spPr/>
        <p:txBody>
          <a:bodyPr anchor="ctr">
            <a:normAutofit/>
          </a:bodyPr>
          <a:lstStyle/>
          <a:p>
            <a:pPr>
              <a:spcAft>
                <a:spcPts val="600"/>
              </a:spcAft>
            </a:pPr>
            <a:r>
              <a:rPr lang="en-US"/>
              <a:t>© 2025–2027 Cognizant | Private</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2"/>
          </p:nvPr>
        </p:nvSpPr>
        <p:spPr/>
        <p:txBody>
          <a:bodyPr anchor="ctr">
            <a:normAutofit/>
          </a:bodyPr>
          <a:lstStyle/>
          <a:p>
            <a:pPr>
              <a:spcAft>
                <a:spcPts val="600"/>
              </a:spcAft>
            </a:pPr>
            <a:fld id="{38826FC0-333C-E549-9FA3-0EE43DF298A3}" type="slidenum">
              <a:rPr lang="en-US" smtClean="0"/>
              <a:pPr>
                <a:spcAft>
                  <a:spcPts val="600"/>
                </a:spcAft>
              </a:pPr>
              <a:t>1</a:t>
            </a:fld>
            <a:endParaRPr lang="en-US"/>
          </a:p>
        </p:txBody>
      </p:sp>
      <p:sp>
        <p:nvSpPr>
          <p:cNvPr id="4" name="TextBox 3">
            <a:extLst>
              <a:ext uri="{FF2B5EF4-FFF2-40B4-BE49-F238E27FC236}">
                <a16:creationId xmlns:a16="http://schemas.microsoft.com/office/drawing/2014/main" id="{55D2F4A6-1C35-B27F-C787-B24A5DD564F1}"/>
              </a:ext>
            </a:extLst>
          </p:cNvPr>
          <p:cNvSpPr txBox="1"/>
          <p:nvPr/>
        </p:nvSpPr>
        <p:spPr>
          <a:xfrm>
            <a:off x="7330194" y="5305040"/>
            <a:ext cx="914400" cy="914400"/>
          </a:xfrm>
          <a:prstGeom prst="rect">
            <a:avLst/>
          </a:prstGeom>
          <a:noFill/>
        </p:spPr>
        <p:txBody>
          <a:bodyPr wrap="none" lIns="0" tIns="0" rIns="0" bIns="0" rtlCol="0">
            <a:noAutofit/>
          </a:bodyPr>
          <a:lstStyle/>
          <a:p>
            <a:pPr algn="l">
              <a:lnSpc>
                <a:spcPct val="110000"/>
              </a:lnSpc>
              <a:spcBef>
                <a:spcPts val="600"/>
              </a:spcBef>
              <a:spcAft>
                <a:spcPts val="0"/>
              </a:spcAft>
            </a:pPr>
            <a:r>
              <a:rPr lang="en-US"/>
              <a:t>- Neha Donekar</a:t>
            </a:r>
          </a:p>
          <a:p>
            <a:pPr algn="l">
              <a:lnSpc>
                <a:spcPct val="110000"/>
              </a:lnSpc>
              <a:spcBef>
                <a:spcPts val="600"/>
              </a:spcBef>
              <a:spcAft>
                <a:spcPts val="0"/>
              </a:spcAft>
            </a:pPr>
            <a:r>
              <a:rPr lang="en-US"/>
              <a:t>Programmer Analyst Trainee</a:t>
            </a:r>
            <a:endParaRPr lang="en-IN" err="1"/>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DAA9F-5548-CE60-545D-4E65382C6EFE}"/>
              </a:ext>
            </a:extLst>
          </p:cNvPr>
          <p:cNvSpPr>
            <a:spLocks noGrp="1"/>
          </p:cNvSpPr>
          <p:nvPr>
            <p:ph type="title"/>
          </p:nvPr>
        </p:nvSpPr>
        <p:spPr/>
        <p:txBody>
          <a:bodyPr vert="horz" wrap="square" lIns="0" tIns="0" rIns="0" bIns="0" rtlCol="0" anchor="ctr">
            <a:normAutofit/>
          </a:bodyPr>
          <a:lstStyle/>
          <a:p>
            <a:r>
              <a:rPr lang="en-US" b="1" kern="1200">
                <a:latin typeface="+mj-lt"/>
                <a:ea typeface="+mj-ea"/>
                <a:cs typeface="+mj-cs"/>
              </a:rPr>
              <a:t>Agenda</a:t>
            </a:r>
          </a:p>
        </p:txBody>
      </p:sp>
      <p:sp>
        <p:nvSpPr>
          <p:cNvPr id="3" name="Date Placeholder 2">
            <a:extLst>
              <a:ext uri="{FF2B5EF4-FFF2-40B4-BE49-F238E27FC236}">
                <a16:creationId xmlns:a16="http://schemas.microsoft.com/office/drawing/2014/main" id="{FF806675-F9B1-C8DE-6D5C-9A29DAB8E523}"/>
              </a:ext>
            </a:extLst>
          </p:cNvPr>
          <p:cNvSpPr>
            <a:spLocks noGrp="1"/>
          </p:cNvSpPr>
          <p:nvPr>
            <p:ph type="dt" sz="half" idx="10"/>
          </p:nvPr>
        </p:nvSpPr>
        <p:spPr/>
        <p:txBody>
          <a:bodyPr vert="horz" lIns="0" tIns="0" rIns="0" bIns="0" rtlCol="0" anchor="ctr">
            <a:normAutofit/>
          </a:bodyPr>
          <a:lstStyle/>
          <a:p>
            <a:pPr>
              <a:spcAft>
                <a:spcPts val="600"/>
              </a:spcAft>
            </a:pPr>
            <a:fld id="{56E818BD-3E69-407F-9C3D-C11541A4D3B3}" type="datetime1">
              <a:rPr lang="en-US" smtClean="0"/>
              <a:pPr>
                <a:spcAft>
                  <a:spcPts val="600"/>
                </a:spcAft>
              </a:pPr>
              <a:t>2/24/2026</a:t>
            </a:fld>
            <a:endParaRPr lang="en-US"/>
          </a:p>
        </p:txBody>
      </p:sp>
      <p:sp>
        <p:nvSpPr>
          <p:cNvPr id="4" name="Footer Placeholder 3">
            <a:extLst>
              <a:ext uri="{FF2B5EF4-FFF2-40B4-BE49-F238E27FC236}">
                <a16:creationId xmlns:a16="http://schemas.microsoft.com/office/drawing/2014/main" id="{4F0308BC-DA9F-A29E-2BF7-81DFE3EB1A36}"/>
              </a:ext>
            </a:extLst>
          </p:cNvPr>
          <p:cNvSpPr>
            <a:spLocks noGrp="1"/>
          </p:cNvSpPr>
          <p:nvPr>
            <p:ph type="ftr" sz="quarter" idx="11"/>
          </p:nvPr>
        </p:nvSpPr>
        <p:spPr/>
        <p:txBody>
          <a:bodyPr vert="horz" lIns="0" tIns="0" rIns="0" bIns="0" rtlCol="0" anchor="ctr">
            <a:normAutofit/>
          </a:bodyPr>
          <a:lstStyle/>
          <a:p>
            <a:pPr>
              <a:spcAft>
                <a:spcPts val="600"/>
              </a:spcAft>
            </a:pPr>
            <a:r>
              <a:rPr lang="en-US" b="0" kern="1200">
                <a:latin typeface="+mn-lt"/>
                <a:ea typeface="+mn-ea"/>
                <a:cs typeface="+mn-cs"/>
              </a:rPr>
              <a:t>© 2025–2027 Cognizant | Private</a:t>
            </a:r>
          </a:p>
        </p:txBody>
      </p:sp>
      <p:sp>
        <p:nvSpPr>
          <p:cNvPr id="5" name="Slide Number Placeholder 4">
            <a:extLst>
              <a:ext uri="{FF2B5EF4-FFF2-40B4-BE49-F238E27FC236}">
                <a16:creationId xmlns:a16="http://schemas.microsoft.com/office/drawing/2014/main" id="{5903956E-A1A6-2E19-8B58-D7045C75D624}"/>
              </a:ext>
            </a:extLst>
          </p:cNvPr>
          <p:cNvSpPr>
            <a:spLocks noGrp="1"/>
          </p:cNvSpPr>
          <p:nvPr>
            <p:ph type="sldNum" sz="quarter" idx="12"/>
          </p:nvPr>
        </p:nvSpPr>
        <p:spPr/>
        <p:txBody>
          <a:bodyPr vert="horz" lIns="0" tIns="0" rIns="0" bIns="0" rtlCol="0" anchor="ctr">
            <a:normAutofit/>
          </a:bodyPr>
          <a:lstStyle/>
          <a:p>
            <a:pPr>
              <a:spcAft>
                <a:spcPts val="600"/>
              </a:spcAft>
            </a:pPr>
            <a:fld id="{38826FC0-333C-E549-9FA3-0EE43DF298A3}" type="slidenum">
              <a:rPr lang="en-US" smtClean="0"/>
              <a:pPr>
                <a:spcAft>
                  <a:spcPts val="600"/>
                </a:spcAft>
              </a:pPr>
              <a:t>2</a:t>
            </a:fld>
            <a:endParaRPr lang="en-US"/>
          </a:p>
        </p:txBody>
      </p:sp>
      <p:graphicFrame>
        <p:nvGraphicFramePr>
          <p:cNvPr id="6" name="Table 5">
            <a:extLst>
              <a:ext uri="{FF2B5EF4-FFF2-40B4-BE49-F238E27FC236}">
                <a16:creationId xmlns:a16="http://schemas.microsoft.com/office/drawing/2014/main" id="{8C7F5129-DF90-F6AD-300F-B1CE8A8A2527}"/>
              </a:ext>
            </a:extLst>
          </p:cNvPr>
          <p:cNvGraphicFramePr>
            <a:graphicFrameLocks noGrp="1"/>
          </p:cNvGraphicFramePr>
          <p:nvPr>
            <p:extLst>
              <p:ext uri="{D42A27DB-BD31-4B8C-83A1-F6EECF244321}">
                <p14:modId xmlns:p14="http://schemas.microsoft.com/office/powerpoint/2010/main" val="1954757995"/>
              </p:ext>
            </p:extLst>
          </p:nvPr>
        </p:nvGraphicFramePr>
        <p:xfrm>
          <a:off x="275457" y="1051881"/>
          <a:ext cx="4752605" cy="5144761"/>
        </p:xfrm>
        <a:graphic>
          <a:graphicData uri="http://schemas.openxmlformats.org/drawingml/2006/table">
            <a:tbl>
              <a:tblPr>
                <a:tableStyleId>{638B1855-1B75-4FBE-930C-398BA8C253C6}</a:tableStyleId>
              </a:tblPr>
              <a:tblGrid>
                <a:gridCol w="729385">
                  <a:extLst>
                    <a:ext uri="{9D8B030D-6E8A-4147-A177-3AD203B41FA5}">
                      <a16:colId xmlns:a16="http://schemas.microsoft.com/office/drawing/2014/main" val="1866513790"/>
                    </a:ext>
                  </a:extLst>
                </a:gridCol>
                <a:gridCol w="4023220">
                  <a:extLst>
                    <a:ext uri="{9D8B030D-6E8A-4147-A177-3AD203B41FA5}">
                      <a16:colId xmlns:a16="http://schemas.microsoft.com/office/drawing/2014/main" val="3129822459"/>
                    </a:ext>
                  </a:extLst>
                </a:gridCol>
              </a:tblGrid>
              <a:tr h="422444">
                <a:tc>
                  <a:txBody>
                    <a:bodyPr/>
                    <a:lstStyle/>
                    <a:p>
                      <a:r>
                        <a:rPr lang="en-US" sz="1600" b="0">
                          <a:solidFill>
                            <a:schemeClr val="tx1"/>
                          </a:solidFill>
                        </a:rPr>
                        <a:t>1</a:t>
                      </a:r>
                    </a:p>
                  </a:txBody>
                  <a:tcPr>
                    <a:lnR w="12700">
                      <a:solidFill>
                        <a:schemeClr val="bg1"/>
                      </a:solidFill>
                    </a:lnR>
                  </a:tcPr>
                </a:tc>
                <a:tc>
                  <a:txBody>
                    <a:bodyPr/>
                    <a:lstStyle/>
                    <a:p>
                      <a:pPr marL="0" lvl="0" indent="0" algn="l">
                        <a:lnSpc>
                          <a:spcPct val="100000"/>
                        </a:lnSpc>
                        <a:buNone/>
                      </a:pPr>
                      <a:r>
                        <a:rPr lang="en-US" sz="1600" b="0" i="0" u="none" strike="noStrike" baseline="0" noProof="0">
                          <a:solidFill>
                            <a:schemeClr val="tx1"/>
                          </a:solidFill>
                          <a:latin typeface="Arial"/>
                        </a:rPr>
                        <a:t>Synopsis</a:t>
                      </a:r>
                    </a:p>
                  </a:txBody>
                  <a:tcPr>
                    <a:lnL w="12700">
                      <a:solidFill>
                        <a:schemeClr val="bg1"/>
                      </a:solidFill>
                    </a:lnL>
                  </a:tcPr>
                </a:tc>
                <a:extLst>
                  <a:ext uri="{0D108BD9-81ED-4DB2-BD59-A6C34878D82A}">
                    <a16:rowId xmlns:a16="http://schemas.microsoft.com/office/drawing/2014/main" val="3842776005"/>
                  </a:ext>
                </a:extLst>
              </a:tr>
              <a:tr h="347007">
                <a:tc>
                  <a:txBody>
                    <a:bodyPr/>
                    <a:lstStyle/>
                    <a:p>
                      <a:r>
                        <a:rPr lang="en-US" sz="1600">
                          <a:solidFill>
                            <a:schemeClr val="tx1"/>
                          </a:solidFill>
                        </a:rPr>
                        <a:t>2</a:t>
                      </a:r>
                    </a:p>
                  </a:txBody>
                  <a:tcPr>
                    <a:lnR w="12700">
                      <a:solidFill>
                        <a:schemeClr val="bg1"/>
                      </a:solidFill>
                    </a:lnR>
                  </a:tcPr>
                </a:tc>
                <a:tc>
                  <a:txBody>
                    <a:bodyPr/>
                    <a:lstStyle/>
                    <a:p>
                      <a:pPr marL="0" lvl="0" indent="0" algn="l">
                        <a:lnSpc>
                          <a:spcPct val="100000"/>
                        </a:lnSpc>
                        <a:buNone/>
                      </a:pPr>
                      <a:r>
                        <a:rPr lang="en-US" sz="1600" b="0" i="0" u="none" strike="noStrike" baseline="0" noProof="0">
                          <a:solidFill>
                            <a:schemeClr val="tx1"/>
                          </a:solidFill>
                          <a:latin typeface="Arial"/>
                        </a:rPr>
                        <a:t>ERP</a:t>
                      </a:r>
                    </a:p>
                  </a:txBody>
                  <a:tcPr>
                    <a:lnL w="12700">
                      <a:solidFill>
                        <a:schemeClr val="bg1"/>
                      </a:solidFill>
                    </a:lnL>
                  </a:tcPr>
                </a:tc>
                <a:extLst>
                  <a:ext uri="{0D108BD9-81ED-4DB2-BD59-A6C34878D82A}">
                    <a16:rowId xmlns:a16="http://schemas.microsoft.com/office/drawing/2014/main" val="980062887"/>
                  </a:ext>
                </a:extLst>
              </a:tr>
              <a:tr h="437531">
                <a:tc>
                  <a:txBody>
                    <a:bodyPr/>
                    <a:lstStyle/>
                    <a:p>
                      <a:r>
                        <a:rPr lang="en-US" sz="1600">
                          <a:solidFill>
                            <a:schemeClr val="tx1"/>
                          </a:solidFill>
                        </a:rPr>
                        <a:t>3</a:t>
                      </a:r>
                    </a:p>
                  </a:txBody>
                  <a:tcPr>
                    <a:lnR w="12700">
                      <a:solidFill>
                        <a:schemeClr val="bg1"/>
                      </a:solidFill>
                    </a:lnR>
                  </a:tcPr>
                </a:tc>
                <a:tc>
                  <a:txBody>
                    <a:bodyPr/>
                    <a:lstStyle/>
                    <a:p>
                      <a:r>
                        <a:rPr lang="en-US" sz="1600">
                          <a:solidFill>
                            <a:schemeClr val="tx1"/>
                          </a:solidFill>
                        </a:rPr>
                        <a:t>SAP</a:t>
                      </a:r>
                    </a:p>
                  </a:txBody>
                  <a:tcPr>
                    <a:lnL w="12700">
                      <a:solidFill>
                        <a:schemeClr val="bg1"/>
                      </a:solidFill>
                    </a:lnL>
                  </a:tcPr>
                </a:tc>
                <a:extLst>
                  <a:ext uri="{0D108BD9-81ED-4DB2-BD59-A6C34878D82A}">
                    <a16:rowId xmlns:a16="http://schemas.microsoft.com/office/drawing/2014/main" val="2158812252"/>
                  </a:ext>
                </a:extLst>
              </a:tr>
              <a:tr h="437531">
                <a:tc>
                  <a:txBody>
                    <a:bodyPr/>
                    <a:lstStyle/>
                    <a:p>
                      <a:r>
                        <a:rPr lang="en-US" sz="1600">
                          <a:solidFill>
                            <a:schemeClr val="tx1"/>
                          </a:solidFill>
                        </a:rPr>
                        <a:t>4</a:t>
                      </a:r>
                    </a:p>
                  </a:txBody>
                  <a:tcPr>
                    <a:lnR w="12700">
                      <a:solidFill>
                        <a:schemeClr val="bg1"/>
                      </a:solidFill>
                    </a:lnR>
                  </a:tcPr>
                </a:tc>
                <a:tc>
                  <a:txBody>
                    <a:bodyPr/>
                    <a:lstStyle/>
                    <a:p>
                      <a:r>
                        <a:rPr lang="en-US" sz="1600">
                          <a:solidFill>
                            <a:schemeClr val="tx1"/>
                          </a:solidFill>
                        </a:rPr>
                        <a:t>Product = BICYCLE</a:t>
                      </a:r>
                    </a:p>
                  </a:txBody>
                  <a:tcPr>
                    <a:lnL w="12700">
                      <a:solidFill>
                        <a:schemeClr val="bg1"/>
                      </a:solidFill>
                    </a:lnL>
                  </a:tcPr>
                </a:tc>
                <a:extLst>
                  <a:ext uri="{0D108BD9-81ED-4DB2-BD59-A6C34878D82A}">
                    <a16:rowId xmlns:a16="http://schemas.microsoft.com/office/drawing/2014/main" val="3605211241"/>
                  </a:ext>
                </a:extLst>
              </a:tr>
              <a:tr h="437531">
                <a:tc>
                  <a:txBody>
                    <a:bodyPr/>
                    <a:lstStyle/>
                    <a:p>
                      <a:r>
                        <a:rPr lang="en-US" sz="1600">
                          <a:solidFill>
                            <a:schemeClr val="tx1"/>
                          </a:solidFill>
                        </a:rPr>
                        <a:t>5</a:t>
                      </a:r>
                    </a:p>
                  </a:txBody>
                  <a:tcPr>
                    <a:lnR w="12700">
                      <a:solidFill>
                        <a:schemeClr val="bg1"/>
                      </a:solidFill>
                    </a:lnR>
                  </a:tcPr>
                </a:tc>
                <a:tc>
                  <a:txBody>
                    <a:bodyPr/>
                    <a:lstStyle/>
                    <a:p>
                      <a:r>
                        <a:rPr lang="en-US" sz="1600">
                          <a:solidFill>
                            <a:schemeClr val="tx1"/>
                          </a:solidFill>
                        </a:rPr>
                        <a:t>Types of Project Planning</a:t>
                      </a:r>
                    </a:p>
                  </a:txBody>
                  <a:tcPr>
                    <a:lnL w="12700">
                      <a:solidFill>
                        <a:schemeClr val="bg1"/>
                      </a:solidFill>
                    </a:lnL>
                  </a:tcPr>
                </a:tc>
                <a:extLst>
                  <a:ext uri="{0D108BD9-81ED-4DB2-BD59-A6C34878D82A}">
                    <a16:rowId xmlns:a16="http://schemas.microsoft.com/office/drawing/2014/main" val="1686304517"/>
                  </a:ext>
                </a:extLst>
              </a:tr>
              <a:tr h="437531">
                <a:tc>
                  <a:txBody>
                    <a:bodyPr/>
                    <a:lstStyle/>
                    <a:p>
                      <a:r>
                        <a:rPr lang="en-US" sz="1600">
                          <a:solidFill>
                            <a:schemeClr val="tx1"/>
                          </a:solidFill>
                        </a:rPr>
                        <a:t>6</a:t>
                      </a:r>
                    </a:p>
                  </a:txBody>
                  <a:tcPr>
                    <a:lnR w="12700">
                      <a:solidFill>
                        <a:schemeClr val="bg1"/>
                      </a:solidFill>
                    </a:lnR>
                  </a:tcPr>
                </a:tc>
                <a:tc>
                  <a:txBody>
                    <a:bodyPr/>
                    <a:lstStyle/>
                    <a:p>
                      <a:r>
                        <a:rPr lang="en-US" sz="1600">
                          <a:solidFill>
                            <a:schemeClr val="tx1"/>
                          </a:solidFill>
                        </a:rPr>
                        <a:t>Variety</a:t>
                      </a:r>
                    </a:p>
                  </a:txBody>
                  <a:tcPr>
                    <a:lnL w="12700">
                      <a:solidFill>
                        <a:schemeClr val="bg1"/>
                      </a:solidFill>
                    </a:lnL>
                  </a:tcPr>
                </a:tc>
                <a:extLst>
                  <a:ext uri="{0D108BD9-81ED-4DB2-BD59-A6C34878D82A}">
                    <a16:rowId xmlns:a16="http://schemas.microsoft.com/office/drawing/2014/main" val="3487082864"/>
                  </a:ext>
                </a:extLst>
              </a:tr>
              <a:tr h="437531">
                <a:tc>
                  <a:txBody>
                    <a:bodyPr/>
                    <a:lstStyle/>
                    <a:p>
                      <a:r>
                        <a:rPr lang="en-US" sz="1600">
                          <a:solidFill>
                            <a:schemeClr val="tx1"/>
                          </a:solidFill>
                        </a:rPr>
                        <a:t>7</a:t>
                      </a:r>
                    </a:p>
                  </a:txBody>
                  <a:tcPr>
                    <a:lnR w="12700">
                      <a:solidFill>
                        <a:schemeClr val="bg1"/>
                      </a:solidFill>
                    </a:lnR>
                  </a:tcPr>
                </a:tc>
                <a:tc>
                  <a:txBody>
                    <a:bodyPr/>
                    <a:lstStyle/>
                    <a:p>
                      <a:r>
                        <a:rPr lang="en-US" sz="1600">
                          <a:solidFill>
                            <a:schemeClr val="tx1"/>
                          </a:solidFill>
                        </a:rPr>
                        <a:t>Master Data:</a:t>
                      </a:r>
                    </a:p>
                  </a:txBody>
                  <a:tcPr>
                    <a:lnL w="12700">
                      <a:solidFill>
                        <a:schemeClr val="bg1"/>
                      </a:solidFill>
                    </a:lnL>
                  </a:tcPr>
                </a:tc>
                <a:extLst>
                  <a:ext uri="{0D108BD9-81ED-4DB2-BD59-A6C34878D82A}">
                    <a16:rowId xmlns:a16="http://schemas.microsoft.com/office/drawing/2014/main" val="1748641378"/>
                  </a:ext>
                </a:extLst>
              </a:tr>
              <a:tr h="437531">
                <a:tc>
                  <a:txBody>
                    <a:bodyPr/>
                    <a:lstStyle/>
                    <a:p>
                      <a:r>
                        <a:rPr lang="en-US" sz="1600">
                          <a:solidFill>
                            <a:schemeClr val="tx1"/>
                          </a:solidFill>
                        </a:rPr>
                        <a:t>7.1</a:t>
                      </a:r>
                    </a:p>
                  </a:txBody>
                  <a:tcPr>
                    <a:lnR w="12700">
                      <a:solidFill>
                        <a:schemeClr val="bg1"/>
                      </a:solidFill>
                    </a:lnR>
                  </a:tcPr>
                </a:tc>
                <a:tc>
                  <a:txBody>
                    <a:bodyPr/>
                    <a:lstStyle/>
                    <a:p>
                      <a:r>
                        <a:rPr lang="en-US" sz="1600">
                          <a:solidFill>
                            <a:schemeClr val="tx1"/>
                          </a:solidFill>
                        </a:rPr>
                        <a:t>Material Master</a:t>
                      </a:r>
                    </a:p>
                  </a:txBody>
                  <a:tcPr>
                    <a:lnL w="12700">
                      <a:solidFill>
                        <a:schemeClr val="bg1"/>
                      </a:solidFill>
                    </a:lnL>
                  </a:tcPr>
                </a:tc>
                <a:extLst>
                  <a:ext uri="{0D108BD9-81ED-4DB2-BD59-A6C34878D82A}">
                    <a16:rowId xmlns:a16="http://schemas.microsoft.com/office/drawing/2014/main" val="722140469"/>
                  </a:ext>
                </a:extLst>
              </a:tr>
              <a:tr h="437531">
                <a:tc>
                  <a:txBody>
                    <a:bodyPr/>
                    <a:lstStyle/>
                    <a:p>
                      <a:pPr lvl="0">
                        <a:buNone/>
                      </a:pPr>
                      <a:r>
                        <a:rPr lang="en-US" sz="1600">
                          <a:solidFill>
                            <a:schemeClr val="tx1"/>
                          </a:solidFill>
                        </a:rPr>
                        <a:t>7.2</a:t>
                      </a:r>
                    </a:p>
                  </a:txBody>
                  <a:tcPr>
                    <a:lnR w="12700">
                      <a:solidFill>
                        <a:schemeClr val="bg1"/>
                      </a:solidFill>
                    </a:lnR>
                  </a:tcPr>
                </a:tc>
                <a:tc>
                  <a:txBody>
                    <a:bodyPr/>
                    <a:lstStyle/>
                    <a:p>
                      <a:pPr lvl="0">
                        <a:buNone/>
                      </a:pPr>
                      <a:r>
                        <a:rPr lang="en-US" sz="1600">
                          <a:solidFill>
                            <a:schemeClr val="tx1"/>
                          </a:solidFill>
                        </a:rPr>
                        <a:t>Bill of Material</a:t>
                      </a:r>
                    </a:p>
                  </a:txBody>
                  <a:tcPr>
                    <a:lnL w="12700">
                      <a:solidFill>
                        <a:schemeClr val="bg1"/>
                      </a:solidFill>
                    </a:lnL>
                  </a:tcPr>
                </a:tc>
                <a:extLst>
                  <a:ext uri="{0D108BD9-81ED-4DB2-BD59-A6C34878D82A}">
                    <a16:rowId xmlns:a16="http://schemas.microsoft.com/office/drawing/2014/main" val="1987338970"/>
                  </a:ext>
                </a:extLst>
              </a:tr>
              <a:tr h="437531">
                <a:tc>
                  <a:txBody>
                    <a:bodyPr/>
                    <a:lstStyle/>
                    <a:p>
                      <a:pPr lvl="0">
                        <a:buNone/>
                      </a:pPr>
                      <a:r>
                        <a:rPr lang="en-US" sz="1600">
                          <a:solidFill>
                            <a:schemeClr val="tx1"/>
                          </a:solidFill>
                        </a:rPr>
                        <a:t>7.3</a:t>
                      </a:r>
                    </a:p>
                  </a:txBody>
                  <a:tcPr>
                    <a:lnR w="12700">
                      <a:solidFill>
                        <a:schemeClr val="bg1"/>
                      </a:solidFill>
                    </a:lnR>
                  </a:tcPr>
                </a:tc>
                <a:tc>
                  <a:txBody>
                    <a:bodyPr/>
                    <a:lstStyle/>
                    <a:p>
                      <a:pPr lvl="0">
                        <a:buNone/>
                      </a:pPr>
                      <a:r>
                        <a:rPr lang="en-US" sz="1600">
                          <a:solidFill>
                            <a:schemeClr val="tx1"/>
                          </a:solidFill>
                        </a:rPr>
                        <a:t>Work Center</a:t>
                      </a:r>
                    </a:p>
                  </a:txBody>
                  <a:tcPr>
                    <a:lnL w="12700">
                      <a:solidFill>
                        <a:schemeClr val="bg1"/>
                      </a:solidFill>
                    </a:lnL>
                  </a:tcPr>
                </a:tc>
                <a:extLst>
                  <a:ext uri="{0D108BD9-81ED-4DB2-BD59-A6C34878D82A}">
                    <a16:rowId xmlns:a16="http://schemas.microsoft.com/office/drawing/2014/main" val="190497912"/>
                  </a:ext>
                </a:extLst>
              </a:tr>
              <a:tr h="437531">
                <a:tc>
                  <a:txBody>
                    <a:bodyPr/>
                    <a:lstStyle/>
                    <a:p>
                      <a:pPr lvl="0">
                        <a:buNone/>
                      </a:pPr>
                      <a:r>
                        <a:rPr lang="en-US" sz="1600">
                          <a:solidFill>
                            <a:schemeClr val="tx1"/>
                          </a:solidFill>
                        </a:rPr>
                        <a:t>7.4</a:t>
                      </a:r>
                    </a:p>
                  </a:txBody>
                  <a:tcPr>
                    <a:lnR w="12700">
                      <a:solidFill>
                        <a:schemeClr val="bg1"/>
                      </a:solidFill>
                    </a:lnR>
                  </a:tcPr>
                </a:tc>
                <a:tc>
                  <a:txBody>
                    <a:bodyPr/>
                    <a:lstStyle/>
                    <a:p>
                      <a:pPr lvl="0">
                        <a:buNone/>
                      </a:pPr>
                      <a:r>
                        <a:rPr lang="en-US" sz="1600">
                          <a:solidFill>
                            <a:schemeClr val="tx1"/>
                          </a:solidFill>
                        </a:rPr>
                        <a:t>Routing</a:t>
                      </a:r>
                    </a:p>
                  </a:txBody>
                  <a:tcPr>
                    <a:lnL w="12700">
                      <a:solidFill>
                        <a:schemeClr val="bg1"/>
                      </a:solidFill>
                    </a:lnL>
                  </a:tcPr>
                </a:tc>
                <a:extLst>
                  <a:ext uri="{0D108BD9-81ED-4DB2-BD59-A6C34878D82A}">
                    <a16:rowId xmlns:a16="http://schemas.microsoft.com/office/drawing/2014/main" val="3506733164"/>
                  </a:ext>
                </a:extLst>
              </a:tr>
              <a:tr h="437531">
                <a:tc>
                  <a:txBody>
                    <a:bodyPr/>
                    <a:lstStyle/>
                    <a:p>
                      <a:pPr lvl="0">
                        <a:buNone/>
                      </a:pPr>
                      <a:r>
                        <a:rPr lang="en-US" sz="1600">
                          <a:solidFill>
                            <a:schemeClr val="tx1"/>
                          </a:solidFill>
                        </a:rPr>
                        <a:t>7.5</a:t>
                      </a:r>
                    </a:p>
                  </a:txBody>
                  <a:tcPr>
                    <a:lnR w="12700">
                      <a:solidFill>
                        <a:schemeClr val="bg1"/>
                      </a:solidFill>
                    </a:lnR>
                  </a:tcPr>
                </a:tc>
                <a:tc>
                  <a:txBody>
                    <a:bodyPr/>
                    <a:lstStyle/>
                    <a:p>
                      <a:pPr lvl="0">
                        <a:buNone/>
                      </a:pPr>
                      <a:r>
                        <a:rPr lang="en-US" sz="1600">
                          <a:solidFill>
                            <a:schemeClr val="tx1"/>
                          </a:solidFill>
                        </a:rPr>
                        <a:t>Production Version</a:t>
                      </a:r>
                    </a:p>
                  </a:txBody>
                  <a:tcPr>
                    <a:lnL w="12700">
                      <a:solidFill>
                        <a:schemeClr val="bg1"/>
                      </a:solidFill>
                    </a:lnL>
                  </a:tcPr>
                </a:tc>
                <a:extLst>
                  <a:ext uri="{0D108BD9-81ED-4DB2-BD59-A6C34878D82A}">
                    <a16:rowId xmlns:a16="http://schemas.microsoft.com/office/drawing/2014/main" val="2638885727"/>
                  </a:ext>
                </a:extLst>
              </a:tr>
            </a:tbl>
          </a:graphicData>
        </a:graphic>
      </p:graphicFrame>
      <p:graphicFrame>
        <p:nvGraphicFramePr>
          <p:cNvPr id="7" name="Table 6">
            <a:extLst>
              <a:ext uri="{FF2B5EF4-FFF2-40B4-BE49-F238E27FC236}">
                <a16:creationId xmlns:a16="http://schemas.microsoft.com/office/drawing/2014/main" id="{9CDB2D59-BCDC-F784-28A9-2D4003F50308}"/>
              </a:ext>
            </a:extLst>
          </p:cNvPr>
          <p:cNvGraphicFramePr>
            <a:graphicFrameLocks noGrp="1"/>
          </p:cNvGraphicFramePr>
          <p:nvPr>
            <p:extLst>
              <p:ext uri="{D42A27DB-BD31-4B8C-83A1-F6EECF244321}">
                <p14:modId xmlns:p14="http://schemas.microsoft.com/office/powerpoint/2010/main" val="3743425976"/>
              </p:ext>
            </p:extLst>
          </p:nvPr>
        </p:nvGraphicFramePr>
        <p:xfrm>
          <a:off x="5304623" y="1022818"/>
          <a:ext cx="4752605" cy="5144761"/>
        </p:xfrm>
        <a:graphic>
          <a:graphicData uri="http://schemas.openxmlformats.org/drawingml/2006/table">
            <a:tbl>
              <a:tblPr>
                <a:tableStyleId>{638B1855-1B75-4FBE-930C-398BA8C253C6}</a:tableStyleId>
              </a:tblPr>
              <a:tblGrid>
                <a:gridCol w="729385">
                  <a:extLst>
                    <a:ext uri="{9D8B030D-6E8A-4147-A177-3AD203B41FA5}">
                      <a16:colId xmlns:a16="http://schemas.microsoft.com/office/drawing/2014/main" val="1866513790"/>
                    </a:ext>
                  </a:extLst>
                </a:gridCol>
                <a:gridCol w="4023220">
                  <a:extLst>
                    <a:ext uri="{9D8B030D-6E8A-4147-A177-3AD203B41FA5}">
                      <a16:colId xmlns:a16="http://schemas.microsoft.com/office/drawing/2014/main" val="3129822459"/>
                    </a:ext>
                  </a:extLst>
                </a:gridCol>
              </a:tblGrid>
              <a:tr h="422444">
                <a:tc>
                  <a:txBody>
                    <a:bodyPr/>
                    <a:lstStyle/>
                    <a:p>
                      <a:r>
                        <a:rPr lang="en-US" sz="1600" b="0">
                          <a:solidFill>
                            <a:schemeClr val="tx1"/>
                          </a:solidFill>
                        </a:rPr>
                        <a:t>8</a:t>
                      </a:r>
                    </a:p>
                  </a:txBody>
                  <a:tcPr>
                    <a:lnR w="12700">
                      <a:solidFill>
                        <a:schemeClr val="bg1"/>
                      </a:solidFill>
                    </a:lnR>
                  </a:tcPr>
                </a:tc>
                <a:tc>
                  <a:txBody>
                    <a:bodyPr/>
                    <a:lstStyle/>
                    <a:p>
                      <a:pPr marL="0" lvl="0" indent="0" algn="l">
                        <a:lnSpc>
                          <a:spcPct val="100000"/>
                        </a:lnSpc>
                        <a:buNone/>
                      </a:pPr>
                      <a:r>
                        <a:rPr lang="en-US" sz="1600" b="0" i="0" u="none" strike="noStrike" baseline="0" noProof="0">
                          <a:solidFill>
                            <a:schemeClr val="tx1"/>
                          </a:solidFill>
                          <a:latin typeface="Arial"/>
                        </a:rPr>
                        <a:t>Transactional Data</a:t>
                      </a:r>
                    </a:p>
                  </a:txBody>
                  <a:tcPr>
                    <a:lnL w="12700">
                      <a:solidFill>
                        <a:schemeClr val="bg1"/>
                      </a:solidFill>
                    </a:lnL>
                  </a:tcPr>
                </a:tc>
                <a:extLst>
                  <a:ext uri="{0D108BD9-81ED-4DB2-BD59-A6C34878D82A}">
                    <a16:rowId xmlns:a16="http://schemas.microsoft.com/office/drawing/2014/main" val="3842776005"/>
                  </a:ext>
                </a:extLst>
              </a:tr>
              <a:tr h="347007">
                <a:tc>
                  <a:txBody>
                    <a:bodyPr/>
                    <a:lstStyle/>
                    <a:p>
                      <a:r>
                        <a:rPr lang="en-US" sz="1600">
                          <a:solidFill>
                            <a:schemeClr val="tx1"/>
                          </a:solidFill>
                        </a:rPr>
                        <a:t>8.1</a:t>
                      </a:r>
                    </a:p>
                  </a:txBody>
                  <a:tcPr>
                    <a:lnR w="12700">
                      <a:solidFill>
                        <a:schemeClr val="bg1"/>
                      </a:solidFill>
                    </a:lnR>
                  </a:tcPr>
                </a:tc>
                <a:tc>
                  <a:txBody>
                    <a:bodyPr/>
                    <a:lstStyle/>
                    <a:p>
                      <a:pPr marL="0" lvl="0" indent="0" algn="l">
                        <a:lnSpc>
                          <a:spcPct val="100000"/>
                        </a:lnSpc>
                        <a:buNone/>
                      </a:pPr>
                      <a:r>
                        <a:rPr lang="en-US" sz="1600" b="0" i="0" u="none" strike="noStrike" baseline="0" noProof="0">
                          <a:solidFill>
                            <a:schemeClr val="tx1"/>
                          </a:solidFill>
                          <a:latin typeface="Arial"/>
                        </a:rPr>
                        <a:t>Demand Management</a:t>
                      </a:r>
                    </a:p>
                  </a:txBody>
                  <a:tcPr>
                    <a:lnL w="12700">
                      <a:solidFill>
                        <a:schemeClr val="bg1"/>
                      </a:solidFill>
                    </a:lnL>
                  </a:tcPr>
                </a:tc>
                <a:extLst>
                  <a:ext uri="{0D108BD9-81ED-4DB2-BD59-A6C34878D82A}">
                    <a16:rowId xmlns:a16="http://schemas.microsoft.com/office/drawing/2014/main" val="980062887"/>
                  </a:ext>
                </a:extLst>
              </a:tr>
              <a:tr h="437531">
                <a:tc>
                  <a:txBody>
                    <a:bodyPr/>
                    <a:lstStyle/>
                    <a:p>
                      <a:r>
                        <a:rPr lang="en-US" sz="1600">
                          <a:solidFill>
                            <a:schemeClr val="tx1"/>
                          </a:solidFill>
                        </a:rPr>
                        <a:t>8.2</a:t>
                      </a:r>
                    </a:p>
                  </a:txBody>
                  <a:tcPr>
                    <a:lnR w="12700">
                      <a:solidFill>
                        <a:schemeClr val="bg1"/>
                      </a:solidFill>
                    </a:lnR>
                  </a:tcPr>
                </a:tc>
                <a:tc>
                  <a:txBody>
                    <a:bodyPr/>
                    <a:lstStyle/>
                    <a:p>
                      <a:r>
                        <a:rPr lang="en-US" sz="1600">
                          <a:solidFill>
                            <a:schemeClr val="tx1"/>
                          </a:solidFill>
                        </a:rPr>
                        <a:t>Creating PIR</a:t>
                      </a:r>
                    </a:p>
                  </a:txBody>
                  <a:tcPr>
                    <a:lnL w="12700">
                      <a:solidFill>
                        <a:schemeClr val="bg1"/>
                      </a:solidFill>
                    </a:lnL>
                  </a:tcPr>
                </a:tc>
                <a:extLst>
                  <a:ext uri="{0D108BD9-81ED-4DB2-BD59-A6C34878D82A}">
                    <a16:rowId xmlns:a16="http://schemas.microsoft.com/office/drawing/2014/main" val="2158812252"/>
                  </a:ext>
                </a:extLst>
              </a:tr>
              <a:tr h="437531">
                <a:tc>
                  <a:txBody>
                    <a:bodyPr/>
                    <a:lstStyle/>
                    <a:p>
                      <a:r>
                        <a:rPr lang="en-US" sz="1600">
                          <a:solidFill>
                            <a:schemeClr val="tx1"/>
                          </a:solidFill>
                        </a:rPr>
                        <a:t>8.3</a:t>
                      </a:r>
                    </a:p>
                  </a:txBody>
                  <a:tcPr>
                    <a:lnR w="12700">
                      <a:solidFill>
                        <a:schemeClr val="bg1"/>
                      </a:solidFill>
                    </a:lnR>
                  </a:tcPr>
                </a:tc>
                <a:tc>
                  <a:txBody>
                    <a:bodyPr/>
                    <a:lstStyle/>
                    <a:p>
                      <a:r>
                        <a:rPr lang="en-US" sz="1600">
                          <a:solidFill>
                            <a:schemeClr val="tx1"/>
                          </a:solidFill>
                        </a:rPr>
                        <a:t>Material Requirement Planning</a:t>
                      </a:r>
                    </a:p>
                  </a:txBody>
                  <a:tcPr>
                    <a:lnL w="12700">
                      <a:solidFill>
                        <a:schemeClr val="bg1"/>
                      </a:solidFill>
                    </a:lnL>
                  </a:tcPr>
                </a:tc>
                <a:extLst>
                  <a:ext uri="{0D108BD9-81ED-4DB2-BD59-A6C34878D82A}">
                    <a16:rowId xmlns:a16="http://schemas.microsoft.com/office/drawing/2014/main" val="3605211241"/>
                  </a:ext>
                </a:extLst>
              </a:tr>
              <a:tr h="437531">
                <a:tc>
                  <a:txBody>
                    <a:bodyPr/>
                    <a:lstStyle/>
                    <a:p>
                      <a:r>
                        <a:rPr lang="en-US" sz="1600">
                          <a:solidFill>
                            <a:schemeClr val="tx1"/>
                          </a:solidFill>
                        </a:rPr>
                        <a:t>8.4</a:t>
                      </a:r>
                    </a:p>
                  </a:txBody>
                  <a:tcPr>
                    <a:lnR w="12700">
                      <a:solidFill>
                        <a:schemeClr val="bg1"/>
                      </a:solidFill>
                    </a:lnR>
                  </a:tcPr>
                </a:tc>
                <a:tc>
                  <a:txBody>
                    <a:bodyPr/>
                    <a:lstStyle/>
                    <a:p>
                      <a:r>
                        <a:rPr lang="en-US" sz="1600">
                          <a:solidFill>
                            <a:schemeClr val="tx1"/>
                          </a:solidFill>
                        </a:rPr>
                        <a:t>Production order</a:t>
                      </a:r>
                    </a:p>
                  </a:txBody>
                  <a:tcPr>
                    <a:lnL w="12700">
                      <a:solidFill>
                        <a:schemeClr val="bg1"/>
                      </a:solidFill>
                    </a:lnL>
                  </a:tcPr>
                </a:tc>
                <a:extLst>
                  <a:ext uri="{0D108BD9-81ED-4DB2-BD59-A6C34878D82A}">
                    <a16:rowId xmlns:a16="http://schemas.microsoft.com/office/drawing/2014/main" val="1686304517"/>
                  </a:ext>
                </a:extLst>
              </a:tr>
              <a:tr h="437531">
                <a:tc>
                  <a:txBody>
                    <a:bodyPr/>
                    <a:lstStyle/>
                    <a:p>
                      <a:r>
                        <a:rPr lang="en-US" sz="1600">
                          <a:solidFill>
                            <a:schemeClr val="tx1"/>
                          </a:solidFill>
                        </a:rPr>
                        <a:t>8.5</a:t>
                      </a:r>
                    </a:p>
                  </a:txBody>
                  <a:tcPr>
                    <a:lnR w="12700">
                      <a:solidFill>
                        <a:schemeClr val="bg1"/>
                      </a:solidFill>
                    </a:lnR>
                  </a:tcPr>
                </a:tc>
                <a:tc>
                  <a:txBody>
                    <a:bodyPr/>
                    <a:lstStyle/>
                    <a:p>
                      <a:r>
                        <a:rPr lang="en-US" sz="1600">
                          <a:solidFill>
                            <a:schemeClr val="tx1"/>
                          </a:solidFill>
                        </a:rPr>
                        <a:t>Goods Issue</a:t>
                      </a:r>
                    </a:p>
                  </a:txBody>
                  <a:tcPr>
                    <a:lnL w="12700">
                      <a:solidFill>
                        <a:schemeClr val="bg1"/>
                      </a:solidFill>
                    </a:lnL>
                  </a:tcPr>
                </a:tc>
                <a:extLst>
                  <a:ext uri="{0D108BD9-81ED-4DB2-BD59-A6C34878D82A}">
                    <a16:rowId xmlns:a16="http://schemas.microsoft.com/office/drawing/2014/main" val="3487082864"/>
                  </a:ext>
                </a:extLst>
              </a:tr>
              <a:tr h="437531">
                <a:tc>
                  <a:txBody>
                    <a:bodyPr/>
                    <a:lstStyle/>
                    <a:p>
                      <a:r>
                        <a:rPr lang="en-US" sz="1600">
                          <a:solidFill>
                            <a:schemeClr val="tx1"/>
                          </a:solidFill>
                        </a:rPr>
                        <a:t>8.6</a:t>
                      </a:r>
                    </a:p>
                  </a:txBody>
                  <a:tcPr>
                    <a:lnR w="12700">
                      <a:solidFill>
                        <a:schemeClr val="bg1"/>
                      </a:solidFill>
                    </a:lnR>
                  </a:tcPr>
                </a:tc>
                <a:tc>
                  <a:txBody>
                    <a:bodyPr/>
                    <a:lstStyle/>
                    <a:p>
                      <a:r>
                        <a:rPr lang="en-US" sz="1600">
                          <a:solidFill>
                            <a:schemeClr val="tx1"/>
                          </a:solidFill>
                        </a:rPr>
                        <a:t>Production Order Confirmation</a:t>
                      </a:r>
                    </a:p>
                  </a:txBody>
                  <a:tcPr>
                    <a:lnL w="12700">
                      <a:solidFill>
                        <a:schemeClr val="bg1"/>
                      </a:solidFill>
                    </a:lnL>
                  </a:tcPr>
                </a:tc>
                <a:extLst>
                  <a:ext uri="{0D108BD9-81ED-4DB2-BD59-A6C34878D82A}">
                    <a16:rowId xmlns:a16="http://schemas.microsoft.com/office/drawing/2014/main" val="1748641378"/>
                  </a:ext>
                </a:extLst>
              </a:tr>
              <a:tr h="437531">
                <a:tc>
                  <a:txBody>
                    <a:bodyPr/>
                    <a:lstStyle/>
                    <a:p>
                      <a:r>
                        <a:rPr lang="en-US" sz="1600">
                          <a:solidFill>
                            <a:schemeClr val="tx1"/>
                          </a:solidFill>
                        </a:rPr>
                        <a:t>8.7</a:t>
                      </a:r>
                    </a:p>
                  </a:txBody>
                  <a:tcPr>
                    <a:lnR w="12700">
                      <a:solidFill>
                        <a:schemeClr val="bg1"/>
                      </a:solidFill>
                    </a:lnR>
                  </a:tcPr>
                </a:tc>
                <a:tc>
                  <a:txBody>
                    <a:bodyPr/>
                    <a:lstStyle/>
                    <a:p>
                      <a:r>
                        <a:rPr lang="en-US" sz="1600">
                          <a:solidFill>
                            <a:schemeClr val="tx1"/>
                          </a:solidFill>
                        </a:rPr>
                        <a:t>Goods Receipt</a:t>
                      </a:r>
                    </a:p>
                  </a:txBody>
                  <a:tcPr>
                    <a:lnL w="12700">
                      <a:solidFill>
                        <a:schemeClr val="bg1"/>
                      </a:solidFill>
                    </a:lnL>
                  </a:tcPr>
                </a:tc>
                <a:extLst>
                  <a:ext uri="{0D108BD9-81ED-4DB2-BD59-A6C34878D82A}">
                    <a16:rowId xmlns:a16="http://schemas.microsoft.com/office/drawing/2014/main" val="722140469"/>
                  </a:ext>
                </a:extLst>
              </a:tr>
              <a:tr h="437531">
                <a:tc>
                  <a:txBody>
                    <a:bodyPr/>
                    <a:lstStyle/>
                    <a:p>
                      <a:pPr lvl="0">
                        <a:buNone/>
                      </a:pPr>
                      <a:r>
                        <a:rPr lang="en-US" sz="1600">
                          <a:solidFill>
                            <a:schemeClr val="tx1"/>
                          </a:solidFill>
                        </a:rPr>
                        <a:t>9</a:t>
                      </a:r>
                    </a:p>
                  </a:txBody>
                  <a:tcPr>
                    <a:lnR w="12700">
                      <a:solidFill>
                        <a:schemeClr val="bg1"/>
                      </a:solidFill>
                    </a:lnR>
                  </a:tcPr>
                </a:tc>
                <a:tc>
                  <a:txBody>
                    <a:bodyPr/>
                    <a:lstStyle/>
                    <a:p>
                      <a:pPr lvl="0">
                        <a:buNone/>
                      </a:pPr>
                      <a:r>
                        <a:rPr lang="en-US" sz="1600">
                          <a:solidFill>
                            <a:schemeClr val="tx1"/>
                          </a:solidFill>
                        </a:rPr>
                        <a:t>REM</a:t>
                      </a:r>
                    </a:p>
                  </a:txBody>
                  <a:tcPr>
                    <a:lnL w="12700">
                      <a:solidFill>
                        <a:schemeClr val="bg1"/>
                      </a:solidFill>
                    </a:lnL>
                  </a:tcPr>
                </a:tc>
                <a:extLst>
                  <a:ext uri="{0D108BD9-81ED-4DB2-BD59-A6C34878D82A}">
                    <a16:rowId xmlns:a16="http://schemas.microsoft.com/office/drawing/2014/main" val="1987338970"/>
                  </a:ext>
                </a:extLst>
              </a:tr>
              <a:tr h="437531">
                <a:tc>
                  <a:txBody>
                    <a:bodyPr/>
                    <a:lstStyle/>
                    <a:p>
                      <a:pPr lvl="0">
                        <a:buNone/>
                      </a:pPr>
                      <a:r>
                        <a:rPr lang="en-US" sz="1600">
                          <a:solidFill>
                            <a:schemeClr val="tx1"/>
                          </a:solidFill>
                        </a:rPr>
                        <a:t>10</a:t>
                      </a:r>
                    </a:p>
                  </a:txBody>
                  <a:tcPr>
                    <a:lnR w="12700">
                      <a:solidFill>
                        <a:schemeClr val="bg1"/>
                      </a:solidFill>
                    </a:lnR>
                  </a:tcPr>
                </a:tc>
                <a:tc>
                  <a:txBody>
                    <a:bodyPr/>
                    <a:lstStyle/>
                    <a:p>
                      <a:pPr lvl="0">
                        <a:buNone/>
                      </a:pPr>
                      <a:r>
                        <a:rPr lang="en-US" sz="1600">
                          <a:solidFill>
                            <a:schemeClr val="tx1"/>
                          </a:solidFill>
                        </a:rPr>
                        <a:t>SDLC</a:t>
                      </a:r>
                    </a:p>
                  </a:txBody>
                  <a:tcPr>
                    <a:lnL w="12700">
                      <a:solidFill>
                        <a:schemeClr val="bg1"/>
                      </a:solidFill>
                    </a:lnL>
                  </a:tcPr>
                </a:tc>
                <a:extLst>
                  <a:ext uri="{0D108BD9-81ED-4DB2-BD59-A6C34878D82A}">
                    <a16:rowId xmlns:a16="http://schemas.microsoft.com/office/drawing/2014/main" val="190497912"/>
                  </a:ext>
                </a:extLst>
              </a:tr>
              <a:tr h="437531">
                <a:tc>
                  <a:txBody>
                    <a:bodyPr/>
                    <a:lstStyle/>
                    <a:p>
                      <a:pPr lvl="0">
                        <a:buNone/>
                      </a:pPr>
                      <a:endParaRPr lang="en-US" sz="1600">
                        <a:solidFill>
                          <a:schemeClr val="tx1"/>
                        </a:solidFill>
                      </a:endParaRPr>
                    </a:p>
                  </a:txBody>
                  <a:tcPr>
                    <a:lnR w="12700">
                      <a:solidFill>
                        <a:schemeClr val="bg1"/>
                      </a:solidFill>
                    </a:lnR>
                  </a:tcPr>
                </a:tc>
                <a:tc>
                  <a:txBody>
                    <a:bodyPr/>
                    <a:lstStyle/>
                    <a:p>
                      <a:pPr lvl="0">
                        <a:buNone/>
                      </a:pPr>
                      <a:endParaRPr lang="en-US" sz="1600">
                        <a:solidFill>
                          <a:schemeClr val="tx1"/>
                        </a:solidFill>
                      </a:endParaRPr>
                    </a:p>
                  </a:txBody>
                  <a:tcPr>
                    <a:lnL w="12700">
                      <a:solidFill>
                        <a:schemeClr val="bg1"/>
                      </a:solidFill>
                    </a:lnL>
                  </a:tcPr>
                </a:tc>
                <a:extLst>
                  <a:ext uri="{0D108BD9-81ED-4DB2-BD59-A6C34878D82A}">
                    <a16:rowId xmlns:a16="http://schemas.microsoft.com/office/drawing/2014/main" val="3506733164"/>
                  </a:ext>
                </a:extLst>
              </a:tr>
              <a:tr h="437531">
                <a:tc>
                  <a:txBody>
                    <a:bodyPr/>
                    <a:lstStyle/>
                    <a:p>
                      <a:pPr lvl="0">
                        <a:buNone/>
                      </a:pPr>
                      <a:endParaRPr lang="en-US" sz="1600">
                        <a:solidFill>
                          <a:schemeClr val="tx1"/>
                        </a:solidFill>
                      </a:endParaRPr>
                    </a:p>
                  </a:txBody>
                  <a:tcPr>
                    <a:lnR w="12700">
                      <a:solidFill>
                        <a:schemeClr val="bg1"/>
                      </a:solidFill>
                    </a:lnR>
                  </a:tcPr>
                </a:tc>
                <a:tc>
                  <a:txBody>
                    <a:bodyPr/>
                    <a:lstStyle/>
                    <a:p>
                      <a:pPr lvl="0">
                        <a:buNone/>
                      </a:pPr>
                      <a:endParaRPr lang="en-US" sz="1600">
                        <a:solidFill>
                          <a:schemeClr val="tx1"/>
                        </a:solidFill>
                      </a:endParaRPr>
                    </a:p>
                  </a:txBody>
                  <a:tcPr>
                    <a:lnL w="12700">
                      <a:solidFill>
                        <a:schemeClr val="bg1"/>
                      </a:solidFill>
                    </a:lnL>
                  </a:tcPr>
                </a:tc>
                <a:extLst>
                  <a:ext uri="{0D108BD9-81ED-4DB2-BD59-A6C34878D82A}">
                    <a16:rowId xmlns:a16="http://schemas.microsoft.com/office/drawing/2014/main" val="2638885727"/>
                  </a:ext>
                </a:extLst>
              </a:tr>
            </a:tbl>
          </a:graphicData>
        </a:graphic>
      </p:graphicFrame>
    </p:spTree>
    <p:extLst>
      <p:ext uri="{BB962C8B-B14F-4D97-AF65-F5344CB8AC3E}">
        <p14:creationId xmlns:p14="http://schemas.microsoft.com/office/powerpoint/2010/main" val="176388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6BB88-F334-2F4B-971F-AC068583936C}"/>
              </a:ext>
            </a:extLst>
          </p:cNvPr>
          <p:cNvSpPr>
            <a:spLocks noGrp="1"/>
          </p:cNvSpPr>
          <p:nvPr>
            <p:ph type="title"/>
          </p:nvPr>
        </p:nvSpPr>
        <p:spPr>
          <a:xfrm>
            <a:off x="457200" y="457200"/>
            <a:ext cx="11277600" cy="443198"/>
          </a:xfrm>
        </p:spPr>
        <p:txBody>
          <a:bodyPr/>
          <a:lstStyle/>
          <a:p>
            <a:r>
              <a:rPr lang="en-US" sz="3200" dirty="0">
                <a:solidFill>
                  <a:srgbClr val="C00000"/>
                </a:solidFill>
                <a:cs typeface="Arial"/>
              </a:rPr>
              <a:t>Synopsis</a:t>
            </a:r>
            <a:endParaRPr lang="en-US" sz="3200" dirty="0">
              <a:solidFill>
                <a:srgbClr val="C00000"/>
              </a:solidFill>
            </a:endParaRPr>
          </a:p>
        </p:txBody>
      </p:sp>
      <p:sp>
        <p:nvSpPr>
          <p:cNvPr id="3" name="Content Placeholder 2">
            <a:extLst>
              <a:ext uri="{FF2B5EF4-FFF2-40B4-BE49-F238E27FC236}">
                <a16:creationId xmlns:a16="http://schemas.microsoft.com/office/drawing/2014/main" id="{4A12A563-BF83-74C4-56DE-1914FB1967A8}"/>
              </a:ext>
            </a:extLst>
          </p:cNvPr>
          <p:cNvSpPr>
            <a:spLocks noGrp="1"/>
          </p:cNvSpPr>
          <p:nvPr>
            <p:ph idx="1"/>
          </p:nvPr>
        </p:nvSpPr>
        <p:spPr>
          <a:xfrm>
            <a:off x="393192" y="1125728"/>
            <a:ext cx="11025553" cy="4506976"/>
          </a:xfrm>
          <a:ln w="19050">
            <a:solidFill>
              <a:schemeClr val="accent6">
                <a:lumMod val="10000"/>
              </a:schemeClr>
            </a:solidFill>
          </a:ln>
        </p:spPr>
        <p:txBody>
          <a:bodyPr vert="horz" lIns="0" tIns="0" rIns="0" bIns="0" rtlCol="0" anchor="t">
            <a:noAutofit/>
          </a:bodyPr>
          <a:lstStyle/>
          <a:p>
            <a:pPr marL="0" indent="0">
              <a:buNone/>
            </a:pPr>
            <a:r>
              <a:rPr lang="en-US" sz="2400" dirty="0">
                <a:ea typeface="+mn-lt"/>
                <a:cs typeface="+mn-lt"/>
              </a:rPr>
              <a:t>I have completed hands-on training in SAP Production Planning (SAP PP) using </a:t>
            </a:r>
            <a:r>
              <a:rPr lang="en-US" sz="2400" b="1" dirty="0">
                <a:ea typeface="+mn-lt"/>
                <a:cs typeface="+mn-lt"/>
              </a:rPr>
              <a:t>Bicycle manufacturing </a:t>
            </a:r>
            <a:r>
              <a:rPr lang="en-US" sz="2400" dirty="0">
                <a:ea typeface="+mn-lt"/>
                <a:cs typeface="+mn-lt"/>
              </a:rPr>
              <a:t>as a reference scenario, which falls under discrete manufacturing. In this project, I worked on the complete production cycle by creating and maintaining key master data such as material master (finished, semi-finished, and raw materials), bill of material (BOM), routing, work centers, and production versions. Based on planned demand, I executed transactional activities including demand management, MRP run, production order creation and release, goods issue, production order confirmation, and goods receipt of finished goods. This project gave me practical exposure to end-to-end production planning and execution in SAP PP, along with a clear understanding of the integration between planning, manufacturing, and inventory management.</a:t>
            </a:r>
            <a:endParaRPr lang="en-US" sz="2400" dirty="0"/>
          </a:p>
        </p:txBody>
      </p:sp>
      <p:sp>
        <p:nvSpPr>
          <p:cNvPr id="4" name="Date Placeholder 3">
            <a:extLst>
              <a:ext uri="{FF2B5EF4-FFF2-40B4-BE49-F238E27FC236}">
                <a16:creationId xmlns:a16="http://schemas.microsoft.com/office/drawing/2014/main" id="{78B7168E-8E45-4BAD-6D47-FBC9A84C5082}"/>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D5D6C7ED-752A-24B3-8736-76AF9AD5C4D3}"/>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D88DC313-1515-F592-28A1-352EFDACA7D5}"/>
              </a:ext>
            </a:extLst>
          </p:cNvPr>
          <p:cNvSpPr>
            <a:spLocks noGrp="1"/>
          </p:cNvSpPr>
          <p:nvPr>
            <p:ph type="sldNum" sz="quarter" idx="12"/>
          </p:nvPr>
        </p:nvSpPr>
        <p:spPr/>
        <p:txBody>
          <a:bodyPr/>
          <a:lstStyle/>
          <a:p>
            <a:fld id="{38826FC0-333C-E549-9FA3-0EE43DF298A3}" type="slidenum">
              <a:rPr lang="en-US" smtClean="0"/>
              <a:pPr/>
              <a:t>3</a:t>
            </a:fld>
            <a:endParaRPr lang="en-US"/>
          </a:p>
        </p:txBody>
      </p:sp>
    </p:spTree>
    <p:extLst>
      <p:ext uri="{BB962C8B-B14F-4D97-AF65-F5344CB8AC3E}">
        <p14:creationId xmlns:p14="http://schemas.microsoft.com/office/powerpoint/2010/main" val="407467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AE853-E5FB-725B-98B1-5C6E9118706B}"/>
              </a:ext>
            </a:extLst>
          </p:cNvPr>
          <p:cNvSpPr>
            <a:spLocks noGrp="1"/>
          </p:cNvSpPr>
          <p:nvPr>
            <p:ph type="title"/>
          </p:nvPr>
        </p:nvSpPr>
        <p:spPr>
          <a:xfrm>
            <a:off x="457200" y="457200"/>
            <a:ext cx="11277600" cy="332399"/>
          </a:xfrm>
        </p:spPr>
        <p:txBody>
          <a:bodyPr wrap="square" anchor="t">
            <a:noAutofit/>
          </a:bodyPr>
          <a:lstStyle/>
          <a:p>
            <a:r>
              <a:rPr lang="en-US" sz="3200" u="sng">
                <a:solidFill>
                  <a:srgbClr val="C00000"/>
                </a:solidFill>
                <a:latin typeface="Times New Roman"/>
                <a:cs typeface="Times New Roman"/>
              </a:rPr>
              <a:t>ERP (Enterprise Resource Planning)</a:t>
            </a:r>
          </a:p>
        </p:txBody>
      </p:sp>
      <p:pic>
        <p:nvPicPr>
          <p:cNvPr id="7" name="Picture 6" descr="A diagram of a computer system&#10;&#10;AI-generated content may be incorrect.">
            <a:extLst>
              <a:ext uri="{FF2B5EF4-FFF2-40B4-BE49-F238E27FC236}">
                <a16:creationId xmlns:a16="http://schemas.microsoft.com/office/drawing/2014/main" id="{8C72D477-B3BA-CD58-0EA3-19D616E1F32F}"/>
              </a:ext>
            </a:extLst>
          </p:cNvPr>
          <p:cNvPicPr>
            <a:picLocks noChangeAspect="1"/>
          </p:cNvPicPr>
          <p:nvPr/>
        </p:nvPicPr>
        <p:blipFill>
          <a:blip r:embed="rId2"/>
          <a:stretch>
            <a:fillRect/>
          </a:stretch>
        </p:blipFill>
        <p:spPr>
          <a:xfrm>
            <a:off x="635574" y="2064420"/>
            <a:ext cx="10745008" cy="4332316"/>
          </a:xfrm>
          <a:prstGeom prst="rect">
            <a:avLst/>
          </a:prstGeom>
          <a:noFill/>
        </p:spPr>
      </p:pic>
      <p:sp>
        <p:nvSpPr>
          <p:cNvPr id="3" name="Date Placeholder 2">
            <a:extLst>
              <a:ext uri="{FF2B5EF4-FFF2-40B4-BE49-F238E27FC236}">
                <a16:creationId xmlns:a16="http://schemas.microsoft.com/office/drawing/2014/main" id="{C36A38EE-E24B-4E48-BD11-79BE5C7DF86E}"/>
              </a:ext>
            </a:extLst>
          </p:cNvPr>
          <p:cNvSpPr>
            <a:spLocks noGrp="1"/>
          </p:cNvSpPr>
          <p:nvPr>
            <p:ph type="dt" sz="half" idx="14"/>
          </p:nvPr>
        </p:nvSpPr>
        <p:spPr>
          <a:xfrm>
            <a:off x="2651760" y="6400800"/>
            <a:ext cx="1371600" cy="228600"/>
          </a:xfrm>
        </p:spPr>
        <p:txBody>
          <a:bodyPr anchor="ctr">
            <a:normAutofit/>
          </a:bodyPr>
          <a:lstStyle/>
          <a:p>
            <a:pPr>
              <a:spcAft>
                <a:spcPts val="600"/>
              </a:spcAft>
            </a:pPr>
            <a:fld id="{56E818BD-3E69-407F-9C3D-C11541A4D3B3}" type="datetime1">
              <a:rPr lang="en-US" smtClean="0"/>
              <a:pPr>
                <a:spcAft>
                  <a:spcPts val="600"/>
                </a:spcAft>
              </a:pPr>
              <a:t>2/24/2026</a:t>
            </a:fld>
            <a:endParaRPr lang="en-US"/>
          </a:p>
        </p:txBody>
      </p:sp>
      <p:sp>
        <p:nvSpPr>
          <p:cNvPr id="4" name="Footer Placeholder 3">
            <a:extLst>
              <a:ext uri="{FF2B5EF4-FFF2-40B4-BE49-F238E27FC236}">
                <a16:creationId xmlns:a16="http://schemas.microsoft.com/office/drawing/2014/main" id="{5BF6ADEE-2190-AF49-EACA-6F3F6921068A}"/>
              </a:ext>
            </a:extLst>
          </p:cNvPr>
          <p:cNvSpPr>
            <a:spLocks noGrp="1"/>
          </p:cNvSpPr>
          <p:nvPr>
            <p:ph type="ftr" sz="quarter" idx="15"/>
          </p:nvPr>
        </p:nvSpPr>
        <p:spPr>
          <a:xfrm>
            <a:off x="1005840" y="6400800"/>
            <a:ext cx="1371600" cy="228600"/>
          </a:xfrm>
        </p:spPr>
        <p:txBody>
          <a:bodyPr anchor="ctr">
            <a:normAutofit/>
          </a:bodyPr>
          <a:lstStyle/>
          <a:p>
            <a:pPr>
              <a:spcAft>
                <a:spcPts val="600"/>
              </a:spcAft>
            </a:pPr>
            <a:r>
              <a:rPr lang="en-US"/>
              <a:t>© 2025–2027 Cognizant | Private</a:t>
            </a:r>
          </a:p>
        </p:txBody>
      </p:sp>
      <p:sp>
        <p:nvSpPr>
          <p:cNvPr id="5" name="Slide Number Placeholder 4">
            <a:extLst>
              <a:ext uri="{FF2B5EF4-FFF2-40B4-BE49-F238E27FC236}">
                <a16:creationId xmlns:a16="http://schemas.microsoft.com/office/drawing/2014/main" id="{B44F1E20-B163-A33D-2DE6-C23045C7397B}"/>
              </a:ext>
            </a:extLst>
          </p:cNvPr>
          <p:cNvSpPr>
            <a:spLocks noGrp="1"/>
          </p:cNvSpPr>
          <p:nvPr>
            <p:ph type="sldNum" sz="quarter" idx="16"/>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4</a:t>
            </a:fld>
            <a:endParaRPr lang="en-US"/>
          </a:p>
        </p:txBody>
      </p:sp>
      <p:sp>
        <p:nvSpPr>
          <p:cNvPr id="8" name="TextBox 7">
            <a:extLst>
              <a:ext uri="{FF2B5EF4-FFF2-40B4-BE49-F238E27FC236}">
                <a16:creationId xmlns:a16="http://schemas.microsoft.com/office/drawing/2014/main" id="{A4544FB4-655F-8CAA-342E-99F656036BC7}"/>
              </a:ext>
            </a:extLst>
          </p:cNvPr>
          <p:cNvSpPr txBox="1"/>
          <p:nvPr/>
        </p:nvSpPr>
        <p:spPr>
          <a:xfrm>
            <a:off x="4724400" y="324612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10000"/>
              </a:lnSpc>
              <a:spcBef>
                <a:spcPts val="600"/>
              </a:spcBef>
              <a:spcAft>
                <a:spcPts val="0"/>
              </a:spcAft>
            </a:pPr>
            <a:endParaRPr lang="en-US" err="1"/>
          </a:p>
        </p:txBody>
      </p:sp>
      <p:sp>
        <p:nvSpPr>
          <p:cNvPr id="9" name="TextBox 8">
            <a:extLst>
              <a:ext uri="{FF2B5EF4-FFF2-40B4-BE49-F238E27FC236}">
                <a16:creationId xmlns:a16="http://schemas.microsoft.com/office/drawing/2014/main" id="{4E8A442C-558E-2436-9658-9D56FD2EF530}"/>
              </a:ext>
            </a:extLst>
          </p:cNvPr>
          <p:cNvSpPr txBox="1"/>
          <p:nvPr/>
        </p:nvSpPr>
        <p:spPr>
          <a:xfrm>
            <a:off x="461666" y="1033054"/>
            <a:ext cx="10740002" cy="9911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600"/>
              </a:spcBef>
            </a:pPr>
            <a:r>
              <a:rPr lang="en-US" sz="2000">
                <a:latin typeface="Times New Roman"/>
                <a:cs typeface="Arial"/>
              </a:rPr>
              <a:t>"ERP comprises of a commercial software package that promises the seamless integration of all the information flowing through the company such as financial, accounting, human resources, supply chain and customers information." </a:t>
            </a:r>
            <a:endParaRPr lang="en-US" sz="2000" err="1">
              <a:latin typeface="Times New Roman"/>
            </a:endParaRPr>
          </a:p>
        </p:txBody>
      </p:sp>
    </p:spTree>
    <p:extLst>
      <p:ext uri="{BB962C8B-B14F-4D97-AF65-F5344CB8AC3E}">
        <p14:creationId xmlns:p14="http://schemas.microsoft.com/office/powerpoint/2010/main" val="4047057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48650-651E-B74C-E2CB-A6699BC09906}"/>
              </a:ext>
            </a:extLst>
          </p:cNvPr>
          <p:cNvSpPr>
            <a:spLocks noGrp="1"/>
          </p:cNvSpPr>
          <p:nvPr>
            <p:ph type="title"/>
          </p:nvPr>
        </p:nvSpPr>
        <p:spPr>
          <a:xfrm>
            <a:off x="457200" y="457200"/>
            <a:ext cx="11277600" cy="498598"/>
          </a:xfrm>
        </p:spPr>
        <p:txBody>
          <a:bodyPr/>
          <a:lstStyle/>
          <a:p>
            <a:r>
              <a:rPr lang="en-US" sz="3600" u="sng">
                <a:solidFill>
                  <a:srgbClr val="C00000"/>
                </a:solidFill>
                <a:latin typeface="Times New Roman"/>
                <a:cs typeface="Arial"/>
              </a:rPr>
              <a:t>SAP Overview</a:t>
            </a:r>
            <a:endParaRPr lang="en-US" sz="2800" u="sng">
              <a:solidFill>
                <a:srgbClr val="C00000"/>
              </a:solidFill>
              <a:latin typeface="Times New Roman"/>
              <a:cs typeface="Arial" panose="020B0604020202020204"/>
            </a:endParaRPr>
          </a:p>
        </p:txBody>
      </p:sp>
      <p:sp>
        <p:nvSpPr>
          <p:cNvPr id="4" name="Date Placeholder 3">
            <a:extLst>
              <a:ext uri="{FF2B5EF4-FFF2-40B4-BE49-F238E27FC236}">
                <a16:creationId xmlns:a16="http://schemas.microsoft.com/office/drawing/2014/main" id="{DEC2841B-8520-78CA-E402-E2D36C0B6043}"/>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D84BBEC9-452E-5E64-8419-E26455C2851A}"/>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799611D4-CC3F-2A96-99A1-D4ACC92DC470}"/>
              </a:ext>
            </a:extLst>
          </p:cNvPr>
          <p:cNvSpPr>
            <a:spLocks noGrp="1"/>
          </p:cNvSpPr>
          <p:nvPr>
            <p:ph type="sldNum" sz="quarter" idx="12"/>
          </p:nvPr>
        </p:nvSpPr>
        <p:spPr/>
        <p:txBody>
          <a:bodyPr/>
          <a:lstStyle/>
          <a:p>
            <a:fld id="{38826FC0-333C-E549-9FA3-0EE43DF298A3}" type="slidenum">
              <a:rPr lang="en-US" smtClean="0"/>
              <a:pPr/>
              <a:t>5</a:t>
            </a:fld>
            <a:endParaRPr lang="en-US"/>
          </a:p>
        </p:txBody>
      </p:sp>
      <p:graphicFrame>
        <p:nvGraphicFramePr>
          <p:cNvPr id="44" name="Diagram 43">
            <a:extLst>
              <a:ext uri="{FF2B5EF4-FFF2-40B4-BE49-F238E27FC236}">
                <a16:creationId xmlns:a16="http://schemas.microsoft.com/office/drawing/2014/main" id="{F71951EA-5A4A-D299-0418-DEBC8313D583}"/>
              </a:ext>
            </a:extLst>
          </p:cNvPr>
          <p:cNvGraphicFramePr/>
          <p:nvPr>
            <p:extLst>
              <p:ext uri="{D42A27DB-BD31-4B8C-83A1-F6EECF244321}">
                <p14:modId xmlns:p14="http://schemas.microsoft.com/office/powerpoint/2010/main" val="498015693"/>
              </p:ext>
            </p:extLst>
          </p:nvPr>
        </p:nvGraphicFramePr>
        <p:xfrm>
          <a:off x="457200" y="1133475"/>
          <a:ext cx="1091565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4221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3123F1E-DBFB-3CAB-8652-F104087A3B68}"/>
              </a:ext>
            </a:extLst>
          </p:cNvPr>
          <p:cNvPicPr>
            <a:picLocks noGrp="1" noChangeAspect="1" noChangeArrowheads="1"/>
          </p:cNvPicPr>
          <p:nvPr>
            <p:ph type="pic" sz="quarter" idx="22"/>
          </p:nvPr>
        </p:nvPicPr>
        <p:blipFill>
          <a:blip r:embed="rId2">
            <a:extLst>
              <a:ext uri="{28A0092B-C50C-407E-A947-70E740481C1C}">
                <a14:useLocalDpi xmlns:a14="http://schemas.microsoft.com/office/drawing/2010/main" val="0"/>
              </a:ext>
            </a:extLst>
          </a:blip>
          <a:srcRect l="1984" r="1984"/>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069" name="Title 2">
            <a:extLst>
              <a:ext uri="{FF2B5EF4-FFF2-40B4-BE49-F238E27FC236}">
                <a16:creationId xmlns:a16="http://schemas.microsoft.com/office/drawing/2014/main" id="{795F8D66-D62E-E8C8-BC21-C64E22D55D51}"/>
              </a:ext>
            </a:extLst>
          </p:cNvPr>
          <p:cNvSpPr>
            <a:spLocks noGrp="1"/>
          </p:cNvSpPr>
          <p:nvPr>
            <p:ph type="title"/>
          </p:nvPr>
        </p:nvSpPr>
        <p:spPr>
          <a:xfrm>
            <a:off x="638174" y="333375"/>
            <a:ext cx="4652347" cy="369332"/>
          </a:xfrm>
        </p:spPr>
        <p:txBody>
          <a:bodyPr wrap="square" anchor="t">
            <a:noAutofit/>
          </a:bodyPr>
          <a:lstStyle/>
          <a:p>
            <a:r>
              <a:rPr lang="en-US" sz="3200" u="sng">
                <a:solidFill>
                  <a:srgbClr val="C00000"/>
                </a:solidFill>
                <a:latin typeface="Times New Roman"/>
                <a:cs typeface="Times New Roman"/>
              </a:rPr>
              <a:t>SAP Landscape Architecture</a:t>
            </a:r>
          </a:p>
        </p:txBody>
      </p:sp>
      <p:sp>
        <p:nvSpPr>
          <p:cNvPr id="4" name="Date Placeholder 3">
            <a:extLst>
              <a:ext uri="{FF2B5EF4-FFF2-40B4-BE49-F238E27FC236}">
                <a16:creationId xmlns:a16="http://schemas.microsoft.com/office/drawing/2014/main" id="{80E479FE-FB5E-8CA8-F469-FC2FE0BD6E03}"/>
              </a:ext>
            </a:extLst>
          </p:cNvPr>
          <p:cNvSpPr>
            <a:spLocks noGrp="1"/>
          </p:cNvSpPr>
          <p:nvPr>
            <p:ph type="dt" sz="half" idx="23"/>
          </p:nvPr>
        </p:nvSpPr>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9FA9B902-4DA5-678B-2DE7-9B7DD7DB55EF}"/>
              </a:ext>
            </a:extLst>
          </p:cNvPr>
          <p:cNvSpPr>
            <a:spLocks noGrp="1"/>
          </p:cNvSpPr>
          <p:nvPr>
            <p:ph type="ftr" sz="quarter" idx="24"/>
          </p:nvPr>
        </p:nvSpPr>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2971B14A-D486-FE13-70C6-5251ADABCF69}"/>
              </a:ext>
            </a:extLst>
          </p:cNvPr>
          <p:cNvSpPr>
            <a:spLocks noGrp="1"/>
          </p:cNvSpPr>
          <p:nvPr>
            <p:ph type="sldNum" sz="quarter" idx="25"/>
          </p:nvPr>
        </p:nvSpPr>
        <p:spPr/>
        <p:txBody>
          <a:bodyPr anchor="ctr">
            <a:normAutofit/>
          </a:bodyPr>
          <a:lstStyle/>
          <a:p>
            <a:pPr>
              <a:spcAft>
                <a:spcPts val="600"/>
              </a:spcAft>
            </a:pPr>
            <a:fld id="{38826FC0-333C-E549-9FA3-0EE43DF298A3}" type="slidenum">
              <a:rPr lang="en-US" smtClean="0"/>
              <a:pPr>
                <a:spcAft>
                  <a:spcPts val="600"/>
                </a:spcAft>
              </a:pPr>
              <a:t>6</a:t>
            </a:fld>
            <a:endParaRPr lang="en-US"/>
          </a:p>
        </p:txBody>
      </p:sp>
      <p:pic>
        <p:nvPicPr>
          <p:cNvPr id="1028" name="Picture 4">
            <a:extLst>
              <a:ext uri="{FF2B5EF4-FFF2-40B4-BE49-F238E27FC236}">
                <a16:creationId xmlns:a16="http://schemas.microsoft.com/office/drawing/2014/main" id="{F1F00C3C-7B69-9862-EF88-247054307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835" r="11020" b="3"/>
          <a:stretch>
            <a:fillRect/>
          </a:stretch>
        </p:blipFill>
        <p:spPr bwMode="auto">
          <a:xfrm>
            <a:off x="457200" y="1524003"/>
            <a:ext cx="4652128"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229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FEB5-A896-96EE-9AEF-75105CC41FE5}"/>
              </a:ext>
            </a:extLst>
          </p:cNvPr>
          <p:cNvSpPr>
            <a:spLocks noGrp="1"/>
          </p:cNvSpPr>
          <p:nvPr>
            <p:ph type="title"/>
          </p:nvPr>
        </p:nvSpPr>
        <p:spPr>
          <a:xfrm>
            <a:off x="227134" y="2430585"/>
            <a:ext cx="2582985" cy="2002937"/>
          </a:xfrm>
        </p:spPr>
        <p:txBody>
          <a:bodyPr wrap="square" anchor="t">
            <a:normAutofit/>
          </a:bodyPr>
          <a:lstStyle/>
          <a:p>
            <a:pPr algn="ctr"/>
            <a:r>
              <a:rPr lang="en-US" sz="3200">
                <a:solidFill>
                  <a:srgbClr val="FF0000"/>
                </a:solidFill>
              </a:rPr>
              <a:t> </a:t>
            </a:r>
            <a:r>
              <a:rPr lang="en-US" sz="3200">
                <a:solidFill>
                  <a:srgbClr val="C00000"/>
                </a:solidFill>
              </a:rPr>
              <a:t> </a:t>
            </a:r>
            <a:r>
              <a:rPr lang="en-US" sz="3200">
                <a:solidFill>
                  <a:srgbClr val="C00000"/>
                </a:solidFill>
                <a:latin typeface="Times New Roman"/>
                <a:cs typeface="Times New Roman"/>
              </a:rPr>
              <a:t>Evolution </a:t>
            </a:r>
            <a:br>
              <a:rPr lang="en-US" sz="3200">
                <a:latin typeface="Times New Roman"/>
              </a:rPr>
            </a:br>
            <a:r>
              <a:rPr lang="en-US" sz="3200">
                <a:solidFill>
                  <a:srgbClr val="C00000"/>
                </a:solidFill>
                <a:latin typeface="Times New Roman"/>
                <a:cs typeface="Times New Roman"/>
              </a:rPr>
              <a:t>of</a:t>
            </a:r>
            <a:br>
              <a:rPr lang="en-US" sz="3200">
                <a:latin typeface="Times New Roman"/>
              </a:rPr>
            </a:br>
            <a:r>
              <a:rPr lang="en-US" sz="3200">
                <a:solidFill>
                  <a:srgbClr val="C00000"/>
                </a:solidFill>
                <a:latin typeface="Times New Roman"/>
                <a:cs typeface="Times New Roman"/>
              </a:rPr>
              <a:t> SAP</a:t>
            </a:r>
          </a:p>
        </p:txBody>
      </p:sp>
      <p:pic>
        <p:nvPicPr>
          <p:cNvPr id="7" name="Content Placeholder 6">
            <a:extLst>
              <a:ext uri="{FF2B5EF4-FFF2-40B4-BE49-F238E27FC236}">
                <a16:creationId xmlns:a16="http://schemas.microsoft.com/office/drawing/2014/main" id="{41AB2BE2-8E1B-FB08-5433-AB95AD5E4098}"/>
              </a:ext>
            </a:extLst>
          </p:cNvPr>
          <p:cNvPicPr>
            <a:picLocks noGrp="1" noChangeAspect="1"/>
          </p:cNvPicPr>
          <p:nvPr>
            <p:ph sz="quarter" idx="13"/>
          </p:nvPr>
        </p:nvPicPr>
        <p:blipFill>
          <a:blip r:embed="rId2"/>
          <a:stretch>
            <a:fillRect/>
          </a:stretch>
        </p:blipFill>
        <p:spPr>
          <a:xfrm>
            <a:off x="2648279" y="359997"/>
            <a:ext cx="9540646" cy="5848716"/>
          </a:xfrm>
          <a:prstGeom prst="rect">
            <a:avLst/>
          </a:prstGeom>
          <a:noFill/>
        </p:spPr>
      </p:pic>
      <p:sp>
        <p:nvSpPr>
          <p:cNvPr id="4" name="Date Placeholder 3">
            <a:extLst>
              <a:ext uri="{FF2B5EF4-FFF2-40B4-BE49-F238E27FC236}">
                <a16:creationId xmlns:a16="http://schemas.microsoft.com/office/drawing/2014/main" id="{4BC3C390-E197-55CA-80E2-8A99A0117D56}"/>
              </a:ext>
            </a:extLst>
          </p:cNvPr>
          <p:cNvSpPr>
            <a:spLocks noGrp="1"/>
          </p:cNvSpPr>
          <p:nvPr>
            <p:ph type="dt" sz="half" idx="14"/>
          </p:nvPr>
        </p:nvSpPr>
        <p:spPr>
          <a:xfrm>
            <a:off x="2651760" y="6400800"/>
            <a:ext cx="1371600" cy="228600"/>
          </a:xfrm>
        </p:spPr>
        <p:txBody>
          <a:bodyPr anchor="ctr">
            <a:normAutofit/>
          </a:bodyPr>
          <a:lstStyle/>
          <a:p>
            <a:pPr>
              <a:spcAft>
                <a:spcPts val="600"/>
              </a:spcAft>
            </a:pPr>
            <a:fld id="{0EE96E1D-5B60-4BD9-8B64-C4443EAF10F3}"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3036772E-0992-BE36-535D-300D587DB8AB}"/>
              </a:ext>
            </a:extLst>
          </p:cNvPr>
          <p:cNvSpPr>
            <a:spLocks noGrp="1"/>
          </p:cNvSpPr>
          <p:nvPr>
            <p:ph type="ftr" sz="quarter" idx="15"/>
          </p:nvPr>
        </p:nvSpPr>
        <p:spPr>
          <a:xfrm>
            <a:off x="1005840" y="6400800"/>
            <a:ext cx="1371600" cy="228600"/>
          </a:xfrm>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D23A7FDF-1119-3593-B1F8-99F7730420DF}"/>
              </a:ext>
            </a:extLst>
          </p:cNvPr>
          <p:cNvSpPr>
            <a:spLocks noGrp="1"/>
          </p:cNvSpPr>
          <p:nvPr>
            <p:ph type="sldNum" sz="quarter" idx="16"/>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7</a:t>
            </a:fld>
            <a:endParaRPr lang="en-US"/>
          </a:p>
        </p:txBody>
      </p:sp>
    </p:spTree>
    <p:extLst>
      <p:ext uri="{BB962C8B-B14F-4D97-AF65-F5344CB8AC3E}">
        <p14:creationId xmlns:p14="http://schemas.microsoft.com/office/powerpoint/2010/main" val="755387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1FFEC-5B20-6326-8C0F-C1EA4126E929}"/>
              </a:ext>
            </a:extLst>
          </p:cNvPr>
          <p:cNvSpPr>
            <a:spLocks noGrp="1"/>
          </p:cNvSpPr>
          <p:nvPr>
            <p:ph type="title"/>
          </p:nvPr>
        </p:nvSpPr>
        <p:spPr>
          <a:xfrm>
            <a:off x="457200" y="457200"/>
            <a:ext cx="11277600" cy="443198"/>
          </a:xfrm>
        </p:spPr>
        <p:txBody>
          <a:bodyPr/>
          <a:lstStyle/>
          <a:p>
            <a:r>
              <a:rPr lang="en-US" sz="3200" u="sng">
                <a:solidFill>
                  <a:srgbClr val="C00000"/>
                </a:solidFill>
                <a:latin typeface="Times New Roman"/>
                <a:cs typeface="Arial"/>
              </a:rPr>
              <a:t>3 Tier Client / Server Architecture</a:t>
            </a:r>
            <a:endParaRPr lang="en-US" sz="2800" u="sng">
              <a:solidFill>
                <a:srgbClr val="C00000"/>
              </a:solidFill>
              <a:latin typeface="Times New Roman"/>
              <a:cs typeface="Arial" panose="020B0604020202020204"/>
            </a:endParaRPr>
          </a:p>
        </p:txBody>
      </p:sp>
      <p:sp>
        <p:nvSpPr>
          <p:cNvPr id="4" name="Date Placeholder 3">
            <a:extLst>
              <a:ext uri="{FF2B5EF4-FFF2-40B4-BE49-F238E27FC236}">
                <a16:creationId xmlns:a16="http://schemas.microsoft.com/office/drawing/2014/main" id="{83983475-A46D-8AFE-9AEE-E07A178BAC9D}"/>
              </a:ext>
            </a:extLst>
          </p:cNvPr>
          <p:cNvSpPr>
            <a:spLocks noGrp="1"/>
          </p:cNvSpPr>
          <p:nvPr>
            <p:ph type="dt" sz="half" idx="14"/>
          </p:nvPr>
        </p:nvSpPr>
        <p:spPr/>
        <p:txBody>
          <a:bodyPr/>
          <a:lstStyle/>
          <a:p>
            <a:fld id="{109B5698-B893-4D2F-B07D-2A35865F506A}" type="datetime1">
              <a:rPr lang="en-US" smtClean="0"/>
              <a:t>2/24/2026</a:t>
            </a:fld>
            <a:endParaRPr lang="en-US"/>
          </a:p>
        </p:txBody>
      </p:sp>
      <p:sp>
        <p:nvSpPr>
          <p:cNvPr id="5" name="Footer Placeholder 4">
            <a:extLst>
              <a:ext uri="{FF2B5EF4-FFF2-40B4-BE49-F238E27FC236}">
                <a16:creationId xmlns:a16="http://schemas.microsoft.com/office/drawing/2014/main" id="{FDC93800-812C-D371-82CC-BF9B09B85BFD}"/>
              </a:ext>
            </a:extLst>
          </p:cNvPr>
          <p:cNvSpPr>
            <a:spLocks noGrp="1"/>
          </p:cNvSpPr>
          <p:nvPr>
            <p:ph type="ftr" sz="quarter" idx="15"/>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0F51FA9C-0740-064B-1A89-7FEFD5A8B301}"/>
              </a:ext>
            </a:extLst>
          </p:cNvPr>
          <p:cNvSpPr>
            <a:spLocks noGrp="1"/>
          </p:cNvSpPr>
          <p:nvPr>
            <p:ph type="sldNum" sz="quarter" idx="16"/>
          </p:nvPr>
        </p:nvSpPr>
        <p:spPr/>
        <p:txBody>
          <a:bodyPr/>
          <a:lstStyle/>
          <a:p>
            <a:fld id="{38826FC0-333C-E549-9FA3-0EE43DF298A3}" type="slidenum">
              <a:rPr lang="en-US" smtClean="0"/>
              <a:pPr/>
              <a:t>8</a:t>
            </a:fld>
            <a:endParaRPr lang="en-US"/>
          </a:p>
        </p:txBody>
      </p:sp>
      <p:pic>
        <p:nvPicPr>
          <p:cNvPr id="9" name="Picture 8" descr="A diagram of a computer application&#10;&#10;AI-generated content may be incorrect.">
            <a:extLst>
              <a:ext uri="{FF2B5EF4-FFF2-40B4-BE49-F238E27FC236}">
                <a16:creationId xmlns:a16="http://schemas.microsoft.com/office/drawing/2014/main" id="{088E31BC-8587-4DE0-B986-11E253020F2E}"/>
              </a:ext>
            </a:extLst>
          </p:cNvPr>
          <p:cNvPicPr>
            <a:picLocks noChangeAspect="1"/>
          </p:cNvPicPr>
          <p:nvPr/>
        </p:nvPicPr>
        <p:blipFill>
          <a:blip r:embed="rId2"/>
          <a:stretch>
            <a:fillRect/>
          </a:stretch>
        </p:blipFill>
        <p:spPr>
          <a:xfrm>
            <a:off x="3043362" y="3287286"/>
            <a:ext cx="5613131" cy="2789211"/>
          </a:xfrm>
          <a:prstGeom prst="rect">
            <a:avLst/>
          </a:prstGeom>
        </p:spPr>
      </p:pic>
      <p:sp>
        <p:nvSpPr>
          <p:cNvPr id="10" name="TextBox 9">
            <a:extLst>
              <a:ext uri="{FF2B5EF4-FFF2-40B4-BE49-F238E27FC236}">
                <a16:creationId xmlns:a16="http://schemas.microsoft.com/office/drawing/2014/main" id="{B882AD8D-5A1A-025C-C750-25DDA76B9DC2}"/>
              </a:ext>
            </a:extLst>
          </p:cNvPr>
          <p:cNvSpPr txBox="1"/>
          <p:nvPr/>
        </p:nvSpPr>
        <p:spPr>
          <a:xfrm>
            <a:off x="2499335" y="2927793"/>
            <a:ext cx="2743200"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10000"/>
              </a:lnSpc>
              <a:spcBef>
                <a:spcPts val="600"/>
              </a:spcBef>
              <a:spcAft>
                <a:spcPts val="0"/>
              </a:spcAft>
            </a:pPr>
            <a:endParaRPr lang="en-US" err="1"/>
          </a:p>
        </p:txBody>
      </p:sp>
      <p:sp>
        <p:nvSpPr>
          <p:cNvPr id="14" name="TextBox 13">
            <a:extLst>
              <a:ext uri="{FF2B5EF4-FFF2-40B4-BE49-F238E27FC236}">
                <a16:creationId xmlns:a16="http://schemas.microsoft.com/office/drawing/2014/main" id="{02011E8C-CC58-320B-6012-58325A1087A7}"/>
              </a:ext>
            </a:extLst>
          </p:cNvPr>
          <p:cNvSpPr txBox="1"/>
          <p:nvPr/>
        </p:nvSpPr>
        <p:spPr>
          <a:xfrm>
            <a:off x="461666" y="1089970"/>
            <a:ext cx="10820400" cy="219085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lnSpc>
                <a:spcPct val="110000"/>
              </a:lnSpc>
              <a:spcBef>
                <a:spcPts val="600"/>
              </a:spcBef>
              <a:buFont typeface="Arial,Sans-Serif"/>
              <a:buChar char="•"/>
            </a:pPr>
            <a:r>
              <a:rPr lang="en-US" dirty="0">
                <a:latin typeface="Times New Roman"/>
                <a:cs typeface="Arial"/>
              </a:rPr>
              <a:t>The SAP R/3 architecture is based on a 3-tier Client/Server Model.</a:t>
            </a:r>
          </a:p>
          <a:p>
            <a:pPr marL="577850" lvl="1" indent="-342900">
              <a:lnSpc>
                <a:spcPct val="110000"/>
              </a:lnSpc>
              <a:spcBef>
                <a:spcPts val="600"/>
              </a:spcBef>
              <a:buFont typeface="Courier New,monospace"/>
              <a:buChar char="o"/>
            </a:pPr>
            <a:r>
              <a:rPr lang="en-US" dirty="0">
                <a:latin typeface="Times New Roman"/>
                <a:cs typeface="Arial"/>
              </a:rPr>
              <a:t>Presentation Layer</a:t>
            </a:r>
          </a:p>
          <a:p>
            <a:pPr marL="577850" lvl="1" indent="-342900">
              <a:lnSpc>
                <a:spcPct val="110000"/>
              </a:lnSpc>
              <a:spcBef>
                <a:spcPts val="600"/>
              </a:spcBef>
              <a:buFont typeface="Courier New,monospace"/>
              <a:buChar char="o"/>
            </a:pPr>
            <a:r>
              <a:rPr lang="en-US" dirty="0">
                <a:latin typeface="Times New Roman"/>
                <a:cs typeface="Arial"/>
              </a:rPr>
              <a:t>Application Layer</a:t>
            </a:r>
          </a:p>
          <a:p>
            <a:pPr marL="577850" lvl="1" indent="-342900">
              <a:lnSpc>
                <a:spcPct val="110000"/>
              </a:lnSpc>
              <a:spcBef>
                <a:spcPts val="600"/>
              </a:spcBef>
              <a:buFont typeface="Courier New,monospace"/>
              <a:buChar char="o"/>
            </a:pPr>
            <a:r>
              <a:rPr lang="en-US" dirty="0">
                <a:latin typeface="Times New Roman"/>
                <a:cs typeface="Arial"/>
              </a:rPr>
              <a:t>Database Layer</a:t>
            </a:r>
          </a:p>
          <a:p>
            <a:pPr marL="342900" indent="-342900">
              <a:lnSpc>
                <a:spcPct val="110000"/>
              </a:lnSpc>
              <a:spcBef>
                <a:spcPts val="600"/>
              </a:spcBef>
              <a:buFont typeface="Arial,Sans-Serif"/>
              <a:buChar char="•"/>
            </a:pPr>
            <a:r>
              <a:rPr lang="en-US" dirty="0">
                <a:latin typeface="Times New Roman"/>
                <a:cs typeface="Arial"/>
              </a:rPr>
              <a:t>Dedicated Servers are Linked by Communication Networks.</a:t>
            </a:r>
          </a:p>
          <a:p>
            <a:pPr marL="342900" indent="-342900">
              <a:lnSpc>
                <a:spcPct val="110000"/>
              </a:lnSpc>
              <a:spcBef>
                <a:spcPts val="600"/>
              </a:spcBef>
              <a:buFont typeface="Arial,Sans-Serif"/>
              <a:buChar char="•"/>
            </a:pPr>
            <a:r>
              <a:rPr lang="en-US" dirty="0">
                <a:latin typeface="Times New Roman"/>
                <a:cs typeface="Arial"/>
              </a:rPr>
              <a:t>Perform Tasks without sacrificing Data </a:t>
            </a:r>
            <a:r>
              <a:rPr lang="en-US" dirty="0" err="1">
                <a:latin typeface="Times New Roman"/>
                <a:cs typeface="Arial"/>
              </a:rPr>
              <a:t>Integeration</a:t>
            </a:r>
            <a:r>
              <a:rPr lang="en-US" dirty="0">
                <a:latin typeface="Times New Roman"/>
                <a:cs typeface="Arial"/>
              </a:rPr>
              <a:t> and Processes within the System, as a whole.</a:t>
            </a:r>
          </a:p>
        </p:txBody>
      </p:sp>
    </p:spTree>
    <p:extLst>
      <p:ext uri="{BB962C8B-B14F-4D97-AF65-F5344CB8AC3E}">
        <p14:creationId xmlns:p14="http://schemas.microsoft.com/office/powerpoint/2010/main" val="656502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9A027-1E24-158A-0C71-121B36FFA08B}"/>
              </a:ext>
            </a:extLst>
          </p:cNvPr>
          <p:cNvSpPr>
            <a:spLocks noGrp="1"/>
          </p:cNvSpPr>
          <p:nvPr>
            <p:ph type="title"/>
          </p:nvPr>
        </p:nvSpPr>
        <p:spPr>
          <a:xfrm>
            <a:off x="457200" y="457200"/>
            <a:ext cx="11277600" cy="443198"/>
          </a:xfrm>
        </p:spPr>
        <p:txBody>
          <a:bodyPr/>
          <a:lstStyle/>
          <a:p>
            <a:r>
              <a:rPr lang="en-US" sz="3200" u="sng">
                <a:solidFill>
                  <a:srgbClr val="C00000"/>
                </a:solidFill>
                <a:latin typeface="Times New Roman"/>
                <a:cs typeface="Arial"/>
              </a:rPr>
              <a:t>SAP Implementation and Methodology</a:t>
            </a:r>
          </a:p>
        </p:txBody>
      </p:sp>
      <p:sp>
        <p:nvSpPr>
          <p:cNvPr id="3" name="Content Placeholder 2">
            <a:extLst>
              <a:ext uri="{FF2B5EF4-FFF2-40B4-BE49-F238E27FC236}">
                <a16:creationId xmlns:a16="http://schemas.microsoft.com/office/drawing/2014/main" id="{10625327-7224-740A-AB64-9813CB0DA825}"/>
              </a:ext>
            </a:extLst>
          </p:cNvPr>
          <p:cNvSpPr>
            <a:spLocks noGrp="1"/>
          </p:cNvSpPr>
          <p:nvPr>
            <p:ph idx="1"/>
          </p:nvPr>
        </p:nvSpPr>
        <p:spPr>
          <a:xfrm>
            <a:off x="457200" y="1447800"/>
            <a:ext cx="11006015" cy="4663440"/>
          </a:xfrm>
        </p:spPr>
        <p:txBody>
          <a:bodyPr vert="horz" lIns="0" tIns="0" rIns="0" bIns="0" rtlCol="0" anchor="t">
            <a:noAutofit/>
          </a:bodyPr>
          <a:lstStyle/>
          <a:p>
            <a:r>
              <a:rPr lang="en-US" sz="2000">
                <a:solidFill>
                  <a:schemeClr val="accent2"/>
                </a:solidFill>
                <a:latin typeface="Times New Roman"/>
                <a:cs typeface="Arial"/>
              </a:rPr>
              <a:t>SAP implementation is the method to implement the ERP Software in an organizations.</a:t>
            </a:r>
          </a:p>
          <a:p>
            <a:r>
              <a:rPr lang="en-US" sz="2000">
                <a:solidFill>
                  <a:schemeClr val="accent2"/>
                </a:solidFill>
                <a:latin typeface="Times New Roman"/>
                <a:cs typeface="Arial"/>
              </a:rPr>
              <a:t>Common Methodology include ASAP (traditional) and SAP Activate (for S/4 HANA).</a:t>
            </a:r>
          </a:p>
          <a:p>
            <a:pPr marL="0" indent="0">
              <a:buNone/>
            </a:pPr>
            <a:endParaRPr lang="en-US">
              <a:cs typeface="Arial"/>
            </a:endParaRPr>
          </a:p>
          <a:p>
            <a:pPr marL="0" indent="0">
              <a:buNone/>
            </a:pPr>
            <a:r>
              <a:rPr lang="en-US" sz="2400" b="1">
                <a:latin typeface="Times New Roman"/>
                <a:cs typeface="Arial"/>
              </a:rPr>
              <a:t>Accelerated SAP                                                                                      SAP Activate</a:t>
            </a:r>
          </a:p>
        </p:txBody>
      </p:sp>
      <p:sp>
        <p:nvSpPr>
          <p:cNvPr id="4" name="Date Placeholder 3">
            <a:extLst>
              <a:ext uri="{FF2B5EF4-FFF2-40B4-BE49-F238E27FC236}">
                <a16:creationId xmlns:a16="http://schemas.microsoft.com/office/drawing/2014/main" id="{FC016913-E2AC-0255-3597-95DC1B636651}"/>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6EED89E9-03AD-DE7B-F441-C705440B1571}"/>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1EB424C8-EAAF-77BA-52D4-DB103A5B6D3C}"/>
              </a:ext>
            </a:extLst>
          </p:cNvPr>
          <p:cNvSpPr>
            <a:spLocks noGrp="1"/>
          </p:cNvSpPr>
          <p:nvPr>
            <p:ph type="sldNum" sz="quarter" idx="12"/>
          </p:nvPr>
        </p:nvSpPr>
        <p:spPr/>
        <p:txBody>
          <a:bodyPr/>
          <a:lstStyle/>
          <a:p>
            <a:fld id="{38826FC0-333C-E549-9FA3-0EE43DF298A3}" type="slidenum">
              <a:rPr lang="en-US" smtClean="0"/>
              <a:pPr/>
              <a:t>9</a:t>
            </a:fld>
            <a:endParaRPr lang="en-US"/>
          </a:p>
        </p:txBody>
      </p:sp>
      <p:pic>
        <p:nvPicPr>
          <p:cNvPr id="7" name="Picture 6" descr="Accelerated SAP methodology">
            <a:extLst>
              <a:ext uri="{FF2B5EF4-FFF2-40B4-BE49-F238E27FC236}">
                <a16:creationId xmlns:a16="http://schemas.microsoft.com/office/drawing/2014/main" id="{09606539-9115-7826-0A1E-8E87458D670A}"/>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817" y="3606058"/>
            <a:ext cx="6656015" cy="3019224"/>
          </a:xfrm>
          <a:prstGeom prst="rect">
            <a:avLst/>
          </a:prstGeom>
        </p:spPr>
      </p:pic>
      <p:pic>
        <p:nvPicPr>
          <p:cNvPr id="8" name="Picture 7" descr="Take Advantage of SAP Focused Build to implement SAP S/4HANA using SAP ...">
            <a:extLst>
              <a:ext uri="{FF2B5EF4-FFF2-40B4-BE49-F238E27FC236}">
                <a16:creationId xmlns:a16="http://schemas.microsoft.com/office/drawing/2014/main" id="{EC3DC881-AFB5-07DD-3839-AB43E34427B3}"/>
              </a:ext>
            </a:extLst>
          </p:cNvPr>
          <p:cNvPicPr>
            <a:picLocks noChangeAspect="1"/>
          </p:cNvPicPr>
          <p:nvPr/>
        </p:nvPicPr>
        <p:blipFill>
          <a:blip r:embed="rId3"/>
          <a:stretch>
            <a:fillRect/>
          </a:stretch>
        </p:blipFill>
        <p:spPr>
          <a:xfrm>
            <a:off x="8414110" y="3128322"/>
            <a:ext cx="3444658" cy="3277644"/>
          </a:xfrm>
          <a:prstGeom prst="rect">
            <a:avLst/>
          </a:prstGeom>
        </p:spPr>
      </p:pic>
    </p:spTree>
    <p:extLst>
      <p:ext uri="{BB962C8B-B14F-4D97-AF65-F5344CB8AC3E}">
        <p14:creationId xmlns:p14="http://schemas.microsoft.com/office/powerpoint/2010/main" val="628359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AA00-E314-C467-9DC0-3F4B208C2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8CD8F-0338-1E1B-4E29-B94B74E329F5}"/>
              </a:ext>
            </a:extLst>
          </p:cNvPr>
          <p:cNvSpPr>
            <a:spLocks noGrp="1"/>
          </p:cNvSpPr>
          <p:nvPr>
            <p:ph type="title"/>
          </p:nvPr>
        </p:nvSpPr>
        <p:spPr/>
        <p:txBody>
          <a:bodyPr wrap="square" anchor="t">
            <a:noAutofit/>
          </a:bodyPr>
          <a:lstStyle/>
          <a:p>
            <a:r>
              <a:rPr lang="en-US" sz="3600" u="sng">
                <a:solidFill>
                  <a:srgbClr val="C00000"/>
                </a:solidFill>
                <a:latin typeface="Times New Roman"/>
                <a:cs typeface="Times New Roman"/>
              </a:rPr>
              <a:t>Introduction to SAP PP</a:t>
            </a:r>
            <a:r>
              <a:rPr lang="en-US" sz="3600" u="sng">
                <a:solidFill>
                  <a:srgbClr val="C00000"/>
                </a:solidFill>
              </a:rPr>
              <a:t> </a:t>
            </a:r>
            <a:endParaRPr lang="en-US" sz="3600" u="sng">
              <a:solidFill>
                <a:srgbClr val="C00000"/>
              </a:solidFill>
              <a:cs typeface="Arial"/>
            </a:endParaRPr>
          </a:p>
        </p:txBody>
      </p:sp>
      <p:sp>
        <p:nvSpPr>
          <p:cNvPr id="3" name="Content Placeholder 2">
            <a:extLst>
              <a:ext uri="{FF2B5EF4-FFF2-40B4-BE49-F238E27FC236}">
                <a16:creationId xmlns:a16="http://schemas.microsoft.com/office/drawing/2014/main" id="{3497C1FB-C7FA-B9BE-D081-5DA108FFD338}"/>
              </a:ext>
            </a:extLst>
          </p:cNvPr>
          <p:cNvSpPr>
            <a:spLocks noGrp="1"/>
          </p:cNvSpPr>
          <p:nvPr>
            <p:ph idx="1"/>
          </p:nvPr>
        </p:nvSpPr>
        <p:spPr>
          <a:xfrm>
            <a:off x="457200" y="1013980"/>
            <a:ext cx="8591963" cy="4815840"/>
          </a:xfrm>
        </p:spPr>
        <p:txBody>
          <a:bodyPr vert="horz" lIns="0" tIns="0" rIns="0" bIns="0" rtlCol="0" anchor="t">
            <a:noAutofit/>
          </a:bodyPr>
          <a:lstStyle/>
          <a:p>
            <a:pPr marL="0" indent="0">
              <a:buNone/>
            </a:pPr>
            <a:r>
              <a:rPr lang="en-US" sz="2400">
                <a:solidFill>
                  <a:schemeClr val="accent2"/>
                </a:solidFill>
                <a:latin typeface="Times New Roman"/>
                <a:cs typeface="Times New Roman"/>
              </a:rPr>
              <a:t>SAP PP is used for </a:t>
            </a:r>
            <a:r>
              <a:rPr lang="en-US" sz="2400" b="1">
                <a:solidFill>
                  <a:schemeClr val="accent2"/>
                </a:solidFill>
                <a:latin typeface="Times New Roman"/>
                <a:cs typeface="Times New Roman"/>
              </a:rPr>
              <a:t>production planning, execution, and </a:t>
            </a:r>
            <a:endParaRPr lang="en-US">
              <a:solidFill>
                <a:schemeClr val="accent2"/>
              </a:solidFill>
            </a:endParaRPr>
          </a:p>
          <a:p>
            <a:pPr marL="0" indent="0">
              <a:buNone/>
            </a:pPr>
            <a:r>
              <a:rPr lang="en-US" sz="2400" b="1">
                <a:solidFill>
                  <a:schemeClr val="accent2"/>
                </a:solidFill>
                <a:latin typeface="Times New Roman"/>
                <a:cs typeface="Times New Roman"/>
              </a:rPr>
              <a:t>resource optimization</a:t>
            </a:r>
            <a:r>
              <a:rPr lang="en-US" sz="2400">
                <a:solidFill>
                  <a:schemeClr val="accent2"/>
                </a:solidFill>
                <a:latin typeface="Times New Roman"/>
                <a:cs typeface="Times New Roman"/>
              </a:rPr>
              <a:t>.</a:t>
            </a:r>
            <a:endParaRPr lang="en-US">
              <a:solidFill>
                <a:schemeClr val="accent2"/>
              </a:solidFill>
            </a:endParaRPr>
          </a:p>
          <a:p>
            <a:pPr marL="0" indent="0">
              <a:buNone/>
            </a:pPr>
            <a:r>
              <a:rPr lang="en-US" sz="2000">
                <a:solidFill>
                  <a:schemeClr val="accent2"/>
                </a:solidFill>
                <a:latin typeface="Times New Roman"/>
                <a:cs typeface="Arial"/>
              </a:rPr>
              <a:t>SAP PP integrates seamlessly with MM, SD, and QM modules to ensure efficient production workflows across departments.</a:t>
            </a:r>
          </a:p>
          <a:p>
            <a:pPr marL="0" indent="0">
              <a:buNone/>
            </a:pPr>
            <a:r>
              <a:rPr lang="en-US" sz="2400" b="1">
                <a:solidFill>
                  <a:schemeClr val="accent2"/>
                </a:solidFill>
                <a:latin typeface="Times New Roman"/>
                <a:cs typeface="Times New Roman"/>
              </a:rPr>
              <a:t>Goal : </a:t>
            </a:r>
            <a:r>
              <a:rPr lang="en-US" sz="2000">
                <a:solidFill>
                  <a:schemeClr val="accent2"/>
                </a:solidFill>
                <a:latin typeface="Times New Roman"/>
                <a:cs typeface="Times New Roman"/>
              </a:rPr>
              <a:t>Produce the right quantity, at the time, with minimum cost</a:t>
            </a:r>
            <a:r>
              <a:rPr lang="en-US" sz="2400">
                <a:solidFill>
                  <a:schemeClr val="accent2"/>
                </a:solidFill>
                <a:latin typeface="Times New Roman"/>
                <a:cs typeface="Times New Roman"/>
              </a:rPr>
              <a:t>.</a:t>
            </a:r>
          </a:p>
          <a:p>
            <a:pPr marL="0" indent="0">
              <a:buNone/>
            </a:pPr>
            <a:endParaRPr lang="en-US" sz="2000">
              <a:solidFill>
                <a:srgbClr val="C00000"/>
              </a:solidFill>
              <a:latin typeface="Times New Roman"/>
              <a:cs typeface="Arial"/>
            </a:endParaRPr>
          </a:p>
          <a:p>
            <a:pPr marL="0" indent="0">
              <a:lnSpc>
                <a:spcPct val="100000"/>
              </a:lnSpc>
              <a:spcBef>
                <a:spcPts val="0"/>
              </a:spcBef>
              <a:buNone/>
            </a:pPr>
            <a:r>
              <a:rPr lang="en-IN" sz="2800" b="1" u="sng">
                <a:solidFill>
                  <a:srgbClr val="C00000"/>
                </a:solidFill>
                <a:latin typeface="Times New Roman"/>
                <a:cs typeface="Times New Roman"/>
              </a:rPr>
              <a:t>4M Planning</a:t>
            </a:r>
            <a:endParaRPr lang="en-US" sz="2800" u="sng">
              <a:solidFill>
                <a:srgbClr val="C00000"/>
              </a:solidFill>
              <a:latin typeface="Times New Roman"/>
              <a:cs typeface="Times New Roman"/>
            </a:endParaRPr>
          </a:p>
          <a:p>
            <a:pPr marL="0" indent="0">
              <a:lnSpc>
                <a:spcPct val="100000"/>
              </a:lnSpc>
              <a:spcBef>
                <a:spcPts val="0"/>
              </a:spcBef>
              <a:buNone/>
            </a:pPr>
            <a:endParaRPr lang="en-IN" sz="1800">
              <a:solidFill>
                <a:srgbClr val="000048"/>
              </a:solidFill>
              <a:latin typeface="Times New Roman"/>
              <a:cs typeface="Times New Roman"/>
            </a:endParaRPr>
          </a:p>
          <a:p>
            <a:pPr marL="285750" indent="-285750">
              <a:lnSpc>
                <a:spcPct val="150000"/>
              </a:lnSpc>
              <a:spcBef>
                <a:spcPts val="0"/>
              </a:spcBef>
              <a:buFont typeface="Wingdings,Sans-Serif"/>
              <a:buChar char="Ø"/>
            </a:pPr>
            <a:r>
              <a:rPr lang="en-IN" sz="2000" b="1">
                <a:solidFill>
                  <a:srgbClr val="000000"/>
                </a:solidFill>
                <a:latin typeface="Times New Roman"/>
                <a:cs typeface="Times New Roman"/>
              </a:rPr>
              <a:t>MAN : </a:t>
            </a:r>
            <a:r>
              <a:rPr lang="en-IN" sz="2000">
                <a:solidFill>
                  <a:srgbClr val="000000"/>
                </a:solidFill>
                <a:latin typeface="Times New Roman"/>
                <a:cs typeface="Times New Roman"/>
              </a:rPr>
              <a:t>Human Labour involved in Production.</a:t>
            </a:r>
            <a:endParaRPr lang="en-IN" sz="2000">
              <a:solidFill>
                <a:srgbClr val="000048"/>
              </a:solidFill>
              <a:latin typeface="Times New Roman"/>
              <a:cs typeface="Times New Roman"/>
            </a:endParaRPr>
          </a:p>
          <a:p>
            <a:pPr marL="285750" indent="-285750">
              <a:lnSpc>
                <a:spcPct val="150000"/>
              </a:lnSpc>
              <a:spcBef>
                <a:spcPts val="0"/>
              </a:spcBef>
              <a:buFont typeface="Wingdings,Sans-Serif"/>
              <a:buChar char="Ø"/>
            </a:pPr>
            <a:r>
              <a:rPr lang="en-IN" sz="2000" b="1">
                <a:solidFill>
                  <a:srgbClr val="000000"/>
                </a:solidFill>
                <a:latin typeface="Times New Roman"/>
                <a:cs typeface="Times New Roman"/>
              </a:rPr>
              <a:t>MACHINE : </a:t>
            </a:r>
            <a:r>
              <a:rPr lang="en-IN" sz="2000">
                <a:solidFill>
                  <a:srgbClr val="000000"/>
                </a:solidFill>
                <a:latin typeface="Times New Roman"/>
                <a:cs typeface="Times New Roman"/>
              </a:rPr>
              <a:t>Equipment, tools and technologies involved in Production.</a:t>
            </a:r>
            <a:endParaRPr lang="en-US" sz="2000">
              <a:solidFill>
                <a:srgbClr val="000048"/>
              </a:solidFill>
              <a:latin typeface="Times New Roman"/>
              <a:cs typeface="Times New Roman"/>
            </a:endParaRPr>
          </a:p>
          <a:p>
            <a:pPr marL="285750" indent="-285750">
              <a:lnSpc>
                <a:spcPct val="150000"/>
              </a:lnSpc>
              <a:spcBef>
                <a:spcPts val="0"/>
              </a:spcBef>
              <a:buFont typeface="Wingdings,Sans-Serif"/>
              <a:buChar char="Ø"/>
            </a:pPr>
            <a:r>
              <a:rPr lang="en-IN" sz="2000" b="1">
                <a:solidFill>
                  <a:srgbClr val="000000"/>
                </a:solidFill>
                <a:latin typeface="Times New Roman"/>
                <a:cs typeface="Times New Roman"/>
              </a:rPr>
              <a:t>MATERIAL : </a:t>
            </a:r>
            <a:r>
              <a:rPr lang="en-IN" sz="2000">
                <a:solidFill>
                  <a:srgbClr val="000000"/>
                </a:solidFill>
                <a:latin typeface="Times New Roman"/>
                <a:cs typeface="Times New Roman"/>
              </a:rPr>
              <a:t>Raw materials and components used to manufacture the products.</a:t>
            </a:r>
            <a:endParaRPr lang="en-US" sz="2000">
              <a:solidFill>
                <a:srgbClr val="000048"/>
              </a:solidFill>
              <a:latin typeface="Times New Roman"/>
              <a:cs typeface="Times New Roman"/>
            </a:endParaRPr>
          </a:p>
          <a:p>
            <a:pPr marL="285750" indent="-285750">
              <a:lnSpc>
                <a:spcPct val="150000"/>
              </a:lnSpc>
              <a:spcBef>
                <a:spcPts val="0"/>
              </a:spcBef>
              <a:buFont typeface="Wingdings,Sans-Serif"/>
              <a:buChar char="Ø"/>
            </a:pPr>
            <a:r>
              <a:rPr lang="en-IN" sz="2000" b="1">
                <a:solidFill>
                  <a:srgbClr val="000000"/>
                </a:solidFill>
                <a:latin typeface="Times New Roman"/>
                <a:cs typeface="Times New Roman"/>
              </a:rPr>
              <a:t>MONEY : </a:t>
            </a:r>
            <a:r>
              <a:rPr lang="en-IN" sz="2000">
                <a:solidFill>
                  <a:srgbClr val="000000"/>
                </a:solidFill>
                <a:latin typeface="Times New Roman"/>
                <a:cs typeface="Times New Roman"/>
              </a:rPr>
              <a:t>Involves the financial resources requirement. </a:t>
            </a:r>
            <a:endParaRPr lang="en-US" sz="2000">
              <a:solidFill>
                <a:srgbClr val="000048"/>
              </a:solidFill>
              <a:latin typeface="Times New Roman"/>
              <a:cs typeface="Times New Roman"/>
            </a:endParaRPr>
          </a:p>
          <a:p>
            <a:pPr marL="0" indent="0">
              <a:buNone/>
            </a:pPr>
            <a:endParaRPr lang="en-US" sz="2000">
              <a:solidFill>
                <a:schemeClr val="accent2"/>
              </a:solidFill>
              <a:latin typeface="Times New Roman"/>
              <a:cs typeface="Arial"/>
            </a:endParaRPr>
          </a:p>
        </p:txBody>
      </p:sp>
      <p:sp>
        <p:nvSpPr>
          <p:cNvPr id="5" name="Date Placeholder 4">
            <a:extLst>
              <a:ext uri="{FF2B5EF4-FFF2-40B4-BE49-F238E27FC236}">
                <a16:creationId xmlns:a16="http://schemas.microsoft.com/office/drawing/2014/main" id="{110E60C6-0B63-1773-C908-5ACD32973C76}"/>
              </a:ext>
            </a:extLst>
          </p:cNvPr>
          <p:cNvSpPr>
            <a:spLocks noGrp="1"/>
          </p:cNvSpPr>
          <p:nvPr>
            <p:ph type="dt" sz="half" idx="10"/>
          </p:nvPr>
        </p:nvSpPr>
        <p:spPr/>
        <p:txBody>
          <a:bodyPr anchor="ctr">
            <a:normAutofit/>
          </a:bodyPr>
          <a:lstStyle/>
          <a:p>
            <a:pPr>
              <a:spcAft>
                <a:spcPts val="600"/>
              </a:spcAft>
            </a:pPr>
            <a:fld id="{EE5A903E-1B87-4D0D-9AFA-5D4638F8288E}" type="datetime1">
              <a:rPr lang="en-US" smtClean="0"/>
              <a:pPr>
                <a:spcAft>
                  <a:spcPts val="600"/>
                </a:spcAft>
              </a:pPr>
              <a:t>2/24/2026</a:t>
            </a:fld>
            <a:endParaRPr lang="en-US"/>
          </a:p>
        </p:txBody>
      </p:sp>
      <p:sp>
        <p:nvSpPr>
          <p:cNvPr id="4" name="Footer Placeholder 3">
            <a:extLst>
              <a:ext uri="{FF2B5EF4-FFF2-40B4-BE49-F238E27FC236}">
                <a16:creationId xmlns:a16="http://schemas.microsoft.com/office/drawing/2014/main" id="{A84C2A7E-3F72-1E1B-CE4A-4B5E01968A16}"/>
              </a:ext>
            </a:extLst>
          </p:cNvPr>
          <p:cNvSpPr>
            <a:spLocks noGrp="1"/>
          </p:cNvSpPr>
          <p:nvPr>
            <p:ph type="ftr" sz="quarter" idx="11"/>
          </p:nvPr>
        </p:nvSpPr>
        <p:spPr/>
        <p:txBody>
          <a:bodyPr anchor="ctr">
            <a:normAutofit/>
          </a:bodyPr>
          <a:lstStyle/>
          <a:p>
            <a:pPr>
              <a:spcAft>
                <a:spcPts val="600"/>
              </a:spcAft>
            </a:pPr>
            <a:r>
              <a:rPr lang="en-US"/>
              <a:t>© 2025–2027 Cognizant | Private</a:t>
            </a:r>
          </a:p>
        </p:txBody>
      </p:sp>
      <p:pic>
        <p:nvPicPr>
          <p:cNvPr id="6" name="Picture 5" descr="fourth industrial revolution technology concept">
            <a:extLst>
              <a:ext uri="{FF2B5EF4-FFF2-40B4-BE49-F238E27FC236}">
                <a16:creationId xmlns:a16="http://schemas.microsoft.com/office/drawing/2014/main" id="{143027A3-CAE5-4F1F-E318-B93BFDEE3A47}"/>
              </a:ext>
            </a:extLst>
          </p:cNvPr>
          <p:cNvPicPr>
            <a:picLocks noChangeAspect="1"/>
          </p:cNvPicPr>
          <p:nvPr/>
        </p:nvPicPr>
        <p:blipFill>
          <a:blip r:embed="rId3"/>
          <a:stretch>
            <a:fillRect/>
          </a:stretch>
        </p:blipFill>
        <p:spPr>
          <a:xfrm>
            <a:off x="8875957" y="623521"/>
            <a:ext cx="3095625" cy="5200650"/>
          </a:xfrm>
          <a:prstGeom prst="rect">
            <a:avLst/>
          </a:prstGeom>
        </p:spPr>
      </p:pic>
      <p:sp>
        <p:nvSpPr>
          <p:cNvPr id="7" name="Slide Number Placeholder 6">
            <a:extLst>
              <a:ext uri="{FF2B5EF4-FFF2-40B4-BE49-F238E27FC236}">
                <a16:creationId xmlns:a16="http://schemas.microsoft.com/office/drawing/2014/main" id="{320DA4E4-FB3A-9A75-07A8-8E3636076ABC}"/>
              </a:ext>
            </a:extLst>
          </p:cNvPr>
          <p:cNvSpPr>
            <a:spLocks noGrp="1"/>
          </p:cNvSpPr>
          <p:nvPr>
            <p:ph type="sldNum" sz="quarter" idx="12"/>
          </p:nvPr>
        </p:nvSpPr>
        <p:spPr/>
        <p:txBody>
          <a:bodyPr anchor="ctr">
            <a:normAutofit/>
          </a:bodyPr>
          <a:lstStyle/>
          <a:p>
            <a:pPr>
              <a:spcAft>
                <a:spcPts val="600"/>
              </a:spcAft>
            </a:pPr>
            <a:fld id="{38826FC0-333C-E549-9FA3-0EE43DF298A3}" type="slidenum">
              <a:rPr lang="en-US" smtClean="0"/>
              <a:pPr>
                <a:spcAft>
                  <a:spcPts val="600"/>
                </a:spcAft>
              </a:pPr>
              <a:t>10</a:t>
            </a:fld>
            <a:endParaRPr lang="en-US"/>
          </a:p>
        </p:txBody>
      </p:sp>
    </p:spTree>
    <p:extLst>
      <p:ext uri="{BB962C8B-B14F-4D97-AF65-F5344CB8AC3E}">
        <p14:creationId xmlns:p14="http://schemas.microsoft.com/office/powerpoint/2010/main" val="2325673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6311-D4A0-0A77-C2C3-C127D2475890}"/>
              </a:ext>
            </a:extLst>
          </p:cNvPr>
          <p:cNvSpPr>
            <a:spLocks noGrp="1"/>
          </p:cNvSpPr>
          <p:nvPr>
            <p:ph type="title"/>
          </p:nvPr>
        </p:nvSpPr>
        <p:spPr>
          <a:xfrm>
            <a:off x="457201" y="158627"/>
            <a:ext cx="8260080" cy="940046"/>
          </a:xfrm>
        </p:spPr>
        <p:txBody>
          <a:bodyPr wrap="square" anchor="ctr">
            <a:normAutofit/>
          </a:bodyPr>
          <a:lstStyle/>
          <a:p>
            <a:r>
              <a:rPr lang="en-US" sz="3300" u="sng">
                <a:solidFill>
                  <a:srgbClr val="C00000"/>
                </a:solidFill>
                <a:latin typeface="Times New Roman"/>
                <a:cs typeface="Times New Roman"/>
              </a:rPr>
              <a:t>SAP PP Organizational Structure</a:t>
            </a:r>
            <a:endParaRPr lang="en-IN" sz="3300" u="sng">
              <a:solidFill>
                <a:srgbClr val="FF0000"/>
              </a:solidFill>
              <a:latin typeface="Arial" panose="020B0604020202020204"/>
              <a:cs typeface="Arial" panose="020B0604020202020204"/>
            </a:endParaRPr>
          </a:p>
        </p:txBody>
      </p:sp>
      <p:sp>
        <p:nvSpPr>
          <p:cNvPr id="4" name="Date Placeholder 3">
            <a:extLst>
              <a:ext uri="{FF2B5EF4-FFF2-40B4-BE49-F238E27FC236}">
                <a16:creationId xmlns:a16="http://schemas.microsoft.com/office/drawing/2014/main" id="{F6EFE601-460B-4768-3439-9EBEEE195103}"/>
              </a:ext>
            </a:extLst>
          </p:cNvPr>
          <p:cNvSpPr>
            <a:spLocks noGrp="1"/>
          </p:cNvSpPr>
          <p:nvPr>
            <p:ph type="dt" sz="half" idx="10"/>
          </p:nvPr>
        </p:nvSpPr>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5166C6E7-7E2F-47A7-EA71-CFC65A8743CE}"/>
              </a:ext>
            </a:extLst>
          </p:cNvPr>
          <p:cNvSpPr>
            <a:spLocks noGrp="1"/>
          </p:cNvSpPr>
          <p:nvPr>
            <p:ph type="ftr" sz="quarter" idx="11"/>
          </p:nvPr>
        </p:nvSpPr>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4D100747-8661-90F5-E852-E2AF6DAF2300}"/>
              </a:ext>
            </a:extLst>
          </p:cNvPr>
          <p:cNvSpPr>
            <a:spLocks noGrp="1"/>
          </p:cNvSpPr>
          <p:nvPr>
            <p:ph type="sldNum" sz="quarter" idx="12"/>
          </p:nvPr>
        </p:nvSpPr>
        <p:spPr/>
        <p:txBody>
          <a:bodyPr anchor="ctr">
            <a:normAutofit/>
          </a:bodyPr>
          <a:lstStyle/>
          <a:p>
            <a:pPr>
              <a:spcAft>
                <a:spcPts val="600"/>
              </a:spcAft>
            </a:pPr>
            <a:fld id="{38826FC0-333C-E549-9FA3-0EE43DF298A3}" type="slidenum">
              <a:rPr lang="en-US" smtClean="0"/>
              <a:pPr>
                <a:spcAft>
                  <a:spcPts val="600"/>
                </a:spcAft>
              </a:pPr>
              <a:t>11</a:t>
            </a:fld>
            <a:endParaRPr lang="en-US"/>
          </a:p>
        </p:txBody>
      </p:sp>
      <p:pic>
        <p:nvPicPr>
          <p:cNvPr id="21" name="Content Placeholder 20" descr="A diagram of company organization&#10;&#10;AI-generated content may be incorrect.">
            <a:extLst>
              <a:ext uri="{FF2B5EF4-FFF2-40B4-BE49-F238E27FC236}">
                <a16:creationId xmlns:a16="http://schemas.microsoft.com/office/drawing/2014/main" id="{6E34A9B7-2029-9F47-5675-FE24A9FC8B3B}"/>
              </a:ext>
            </a:extLst>
          </p:cNvPr>
          <p:cNvPicPr>
            <a:picLocks noGrp="1" noChangeAspect="1"/>
          </p:cNvPicPr>
          <p:nvPr>
            <p:ph idx="1"/>
          </p:nvPr>
        </p:nvPicPr>
        <p:blipFill>
          <a:blip r:embed="rId2"/>
          <a:stretch>
            <a:fillRect/>
          </a:stretch>
        </p:blipFill>
        <p:spPr>
          <a:xfrm>
            <a:off x="0" y="1929384"/>
            <a:ext cx="5648903" cy="3624122"/>
          </a:xfrm>
          <a:prstGeom prst="rect">
            <a:avLst/>
          </a:prstGeom>
        </p:spPr>
      </p:pic>
      <p:sp>
        <p:nvSpPr>
          <p:cNvPr id="3" name="TextBox 2">
            <a:extLst>
              <a:ext uri="{FF2B5EF4-FFF2-40B4-BE49-F238E27FC236}">
                <a16:creationId xmlns:a16="http://schemas.microsoft.com/office/drawing/2014/main" id="{86D199A2-1C4E-A6ED-F61A-AED45AB3FBED}"/>
              </a:ext>
            </a:extLst>
          </p:cNvPr>
          <p:cNvSpPr txBox="1"/>
          <p:nvPr/>
        </p:nvSpPr>
        <p:spPr>
          <a:xfrm>
            <a:off x="6217920" y="1304494"/>
            <a:ext cx="5504688" cy="4748834"/>
          </a:xfrm>
          <a:prstGeom prst="rect">
            <a:avLst/>
          </a:prstGeom>
          <a:noFill/>
          <a:ln>
            <a:solidFill>
              <a:schemeClr val="accent6">
                <a:lumMod val="10000"/>
              </a:schemeClr>
            </a:solidFill>
          </a:ln>
        </p:spPr>
        <p:txBody>
          <a:bodyPr wrap="square" lIns="0" tIns="0" rIns="0" bIns="0" rtlCol="0">
            <a:noAutofit/>
          </a:bodyPr>
          <a:lstStyle/>
          <a:p>
            <a:r>
              <a:rPr lang="en-US" b="1"/>
              <a:t>Client </a:t>
            </a:r>
            <a:r>
              <a:rPr lang="en-US"/>
              <a:t>– Highest level in SAP. Stores common data and separates one business environment from another.</a:t>
            </a:r>
          </a:p>
          <a:p>
            <a:r>
              <a:rPr lang="en-US" b="1"/>
              <a:t>Enterprise</a:t>
            </a:r>
            <a:r>
              <a:rPr lang="en-US"/>
              <a:t> – Business group or parent organization (conceptual level).</a:t>
            </a:r>
          </a:p>
          <a:p>
            <a:r>
              <a:rPr lang="en-US" b="1"/>
              <a:t>Company Code </a:t>
            </a:r>
            <a:r>
              <a:rPr lang="en-US"/>
              <a:t>– Legal entity. Used for financial accounting (P&amp;L, Balance Sheet).</a:t>
            </a:r>
          </a:p>
          <a:p>
            <a:r>
              <a:rPr lang="en-US" b="1"/>
              <a:t>Plant</a:t>
            </a:r>
            <a:r>
              <a:rPr lang="en-US"/>
              <a:t> ⭐ – Physical location where production happens. Most important level in SAP PP.</a:t>
            </a:r>
          </a:p>
          <a:p>
            <a:r>
              <a:rPr lang="en-US" b="1"/>
              <a:t>Storage Location </a:t>
            </a:r>
            <a:r>
              <a:rPr lang="en-US"/>
              <a:t>– Sub-location inside a plant where materials are stored (RM, SFG, FG).</a:t>
            </a:r>
          </a:p>
          <a:p>
            <a:r>
              <a:rPr lang="en-US" b="1"/>
              <a:t>Sales Organization </a:t>
            </a:r>
            <a:r>
              <a:rPr lang="en-US"/>
              <a:t>– Responsible for selling and distribution of products.</a:t>
            </a:r>
          </a:p>
          <a:p>
            <a:r>
              <a:rPr lang="en-US" b="1"/>
              <a:t>Division</a:t>
            </a:r>
            <a:r>
              <a:rPr lang="en-US"/>
              <a:t> – Product line or category (e.g., Bicycle, Spare Parts).</a:t>
            </a:r>
          </a:p>
          <a:p>
            <a:r>
              <a:rPr lang="en-US" b="1"/>
              <a:t>Department / Business Area </a:t>
            </a:r>
            <a:r>
              <a:rPr lang="en-US"/>
              <a:t>– Used for operational work or internal reporting.</a:t>
            </a:r>
          </a:p>
          <a:p>
            <a:pPr algn="l">
              <a:lnSpc>
                <a:spcPct val="110000"/>
              </a:lnSpc>
              <a:spcBef>
                <a:spcPts val="600"/>
              </a:spcBef>
              <a:spcAft>
                <a:spcPts val="0"/>
              </a:spcAft>
            </a:pPr>
            <a:endParaRPr lang="en-IN" err="1"/>
          </a:p>
        </p:txBody>
      </p:sp>
    </p:spTree>
    <p:extLst>
      <p:ext uri="{BB962C8B-B14F-4D97-AF65-F5344CB8AC3E}">
        <p14:creationId xmlns:p14="http://schemas.microsoft.com/office/powerpoint/2010/main" val="3077924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4FF8F-D813-969A-0904-EF87B46623AC}"/>
              </a:ext>
            </a:extLst>
          </p:cNvPr>
          <p:cNvSpPr>
            <a:spLocks noGrp="1"/>
          </p:cNvSpPr>
          <p:nvPr>
            <p:ph type="title"/>
          </p:nvPr>
        </p:nvSpPr>
        <p:spPr>
          <a:xfrm>
            <a:off x="457200" y="457200"/>
            <a:ext cx="11277600" cy="332399"/>
          </a:xfrm>
        </p:spPr>
        <p:txBody>
          <a:bodyPr wrap="square" anchor="t">
            <a:noAutofit/>
          </a:bodyPr>
          <a:lstStyle/>
          <a:p>
            <a:r>
              <a:rPr lang="en-IN" sz="3600" u="sng">
                <a:solidFill>
                  <a:srgbClr val="C00000"/>
                </a:solidFill>
              </a:rPr>
              <a:t>Why Bicycle as Product?</a:t>
            </a:r>
          </a:p>
        </p:txBody>
      </p:sp>
      <p:pic>
        <p:nvPicPr>
          <p:cNvPr id="2050" name="Picture 2">
            <a:extLst>
              <a:ext uri="{FF2B5EF4-FFF2-40B4-BE49-F238E27FC236}">
                <a16:creationId xmlns:a16="http://schemas.microsoft.com/office/drawing/2014/main" id="{2DCE8112-56F1-9000-6D2F-EE5E53308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173" r="12150" b="-2"/>
          <a:stretch>
            <a:fillRect/>
          </a:stretch>
        </p:blipFill>
        <p:spPr bwMode="auto">
          <a:xfrm>
            <a:off x="457200" y="1444751"/>
            <a:ext cx="5212080" cy="4572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53781FA-148F-7409-B937-3856FB6CBA60}"/>
              </a:ext>
            </a:extLst>
          </p:cNvPr>
          <p:cNvSpPr>
            <a:spLocks noGrp="1"/>
          </p:cNvSpPr>
          <p:nvPr>
            <p:ph sz="half" idx="2"/>
          </p:nvPr>
        </p:nvSpPr>
        <p:spPr>
          <a:xfrm>
            <a:off x="6522720" y="789479"/>
            <a:ext cx="5212080" cy="4571999"/>
          </a:xfrm>
        </p:spPr>
        <p:txBody>
          <a:bodyPr vert="horz" lIns="0" tIns="0" rIns="0" bIns="0" rtlCol="0" anchor="t">
            <a:noAutofit/>
          </a:bodyPr>
          <a:lstStyle/>
          <a:p>
            <a:r>
              <a:rPr lang="en-IN" sz="2000"/>
              <a:t>Bicycle is a manufactured Product.</a:t>
            </a:r>
            <a:endParaRPr lang="en-IN" sz="2000">
              <a:cs typeface="Arial"/>
            </a:endParaRPr>
          </a:p>
          <a:p>
            <a:pPr marL="0" indent="0">
              <a:buNone/>
            </a:pPr>
            <a:endParaRPr lang="en-IN" sz="2000">
              <a:cs typeface="Arial"/>
            </a:endParaRPr>
          </a:p>
          <a:p>
            <a:r>
              <a:rPr lang="en-IN" sz="2000"/>
              <a:t>Involves all SAP PP material types:</a:t>
            </a:r>
            <a:endParaRPr lang="en-IN" sz="2000">
              <a:cs typeface="Arial"/>
            </a:endParaRPr>
          </a:p>
          <a:p>
            <a:pPr marL="393065" lvl="1"/>
            <a:r>
              <a:rPr lang="en-IN" sz="2000"/>
              <a:t>Raw Materials (ROH)</a:t>
            </a:r>
            <a:endParaRPr lang="en-IN" sz="2000">
              <a:cs typeface="Arial"/>
            </a:endParaRPr>
          </a:p>
          <a:p>
            <a:pPr marL="393065" lvl="1"/>
            <a:r>
              <a:rPr lang="en-IN" sz="2000"/>
              <a:t>Semi-Finished Products (HALB)</a:t>
            </a:r>
            <a:endParaRPr lang="en-IN" sz="2000">
              <a:cs typeface="Arial"/>
            </a:endParaRPr>
          </a:p>
          <a:p>
            <a:pPr marL="393065" lvl="1"/>
            <a:r>
              <a:rPr lang="en-IN" sz="2000"/>
              <a:t>Finished Product (FERT)</a:t>
            </a:r>
            <a:endParaRPr lang="en-IN" sz="2000">
              <a:cs typeface="Arial"/>
            </a:endParaRPr>
          </a:p>
          <a:p>
            <a:pPr marL="393065" lvl="1"/>
            <a:r>
              <a:rPr lang="en-IN" sz="2000"/>
              <a:t>Packing Materials (VERP)</a:t>
            </a:r>
            <a:endParaRPr lang="en-IN" sz="2000">
              <a:cs typeface="Arial"/>
            </a:endParaRPr>
          </a:p>
          <a:p>
            <a:pPr marL="0" indent="0">
              <a:buNone/>
            </a:pPr>
            <a:endParaRPr lang="en-IN" sz="2000">
              <a:cs typeface="Arial"/>
            </a:endParaRPr>
          </a:p>
          <a:p>
            <a:r>
              <a:rPr lang="en-IN" sz="2000"/>
              <a:t>Supports Make to stock &amp; Make to Order</a:t>
            </a:r>
            <a:endParaRPr lang="en-IN" sz="2000">
              <a:cs typeface="Arial"/>
            </a:endParaRPr>
          </a:p>
          <a:p>
            <a:pPr marL="393065" lvl="1"/>
            <a:r>
              <a:rPr lang="en-IN" sz="2000"/>
              <a:t>Standard Bicycle – Make to Stock</a:t>
            </a:r>
            <a:endParaRPr lang="en-IN" sz="2000">
              <a:cs typeface="Arial"/>
            </a:endParaRPr>
          </a:p>
          <a:p>
            <a:pPr marL="393065" lvl="1"/>
            <a:r>
              <a:rPr lang="en-IN" sz="2000"/>
              <a:t>Customized Bicycle – Make to Order</a:t>
            </a:r>
            <a:endParaRPr lang="en-IN" sz="2000">
              <a:cs typeface="Arial"/>
            </a:endParaRPr>
          </a:p>
          <a:p>
            <a:pPr marL="205740" lvl="1" indent="0">
              <a:buNone/>
            </a:pPr>
            <a:endParaRPr lang="en-IN" sz="2000">
              <a:cs typeface="Arial"/>
            </a:endParaRPr>
          </a:p>
          <a:p>
            <a:r>
              <a:rPr lang="en-IN" sz="2000"/>
              <a:t>This product is easy to understand end-to-end SAP PP flow.</a:t>
            </a:r>
            <a:endParaRPr lang="en-IN" sz="2000">
              <a:cs typeface="Arial"/>
            </a:endParaRPr>
          </a:p>
          <a:p>
            <a:endParaRPr lang="en-IN"/>
          </a:p>
          <a:p>
            <a:endParaRPr lang="en-IN"/>
          </a:p>
          <a:p>
            <a:endParaRPr lang="en-IN"/>
          </a:p>
        </p:txBody>
      </p:sp>
      <p:sp>
        <p:nvSpPr>
          <p:cNvPr id="4" name="Date Placeholder 3">
            <a:extLst>
              <a:ext uri="{FF2B5EF4-FFF2-40B4-BE49-F238E27FC236}">
                <a16:creationId xmlns:a16="http://schemas.microsoft.com/office/drawing/2014/main" id="{0683C335-ED5D-DAC1-0A67-5B008D82EECD}"/>
              </a:ext>
            </a:extLst>
          </p:cNvPr>
          <p:cNvSpPr>
            <a:spLocks noGrp="1"/>
          </p:cNvSpPr>
          <p:nvPr>
            <p:ph type="dt" sz="half" idx="10"/>
          </p:nvPr>
        </p:nvSpPr>
        <p:spPr>
          <a:xfrm>
            <a:off x="2651760" y="6400800"/>
            <a:ext cx="1371600" cy="228600"/>
          </a:xfrm>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FA72A3E1-4B9B-56D6-3CC9-FC4FC79CBAFB}"/>
              </a:ext>
            </a:extLst>
          </p:cNvPr>
          <p:cNvSpPr>
            <a:spLocks noGrp="1"/>
          </p:cNvSpPr>
          <p:nvPr>
            <p:ph type="ftr" sz="quarter" idx="11"/>
          </p:nvPr>
        </p:nvSpPr>
        <p:spPr>
          <a:xfrm>
            <a:off x="1005840" y="6400800"/>
            <a:ext cx="1371600" cy="228600"/>
          </a:xfrm>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647F0443-0B4A-7F94-9C86-E3837A861DA8}"/>
              </a:ext>
            </a:extLst>
          </p:cNvPr>
          <p:cNvSpPr>
            <a:spLocks noGrp="1"/>
          </p:cNvSpPr>
          <p:nvPr>
            <p:ph type="sldNum" sz="quarter" idx="12"/>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12</a:t>
            </a:fld>
            <a:endParaRPr lang="en-US"/>
          </a:p>
        </p:txBody>
      </p:sp>
    </p:spTree>
    <p:extLst>
      <p:ext uri="{BB962C8B-B14F-4D97-AF65-F5344CB8AC3E}">
        <p14:creationId xmlns:p14="http://schemas.microsoft.com/office/powerpoint/2010/main" val="1477797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82F93-E95B-2617-70C6-5B339641B15B}"/>
              </a:ext>
            </a:extLst>
          </p:cNvPr>
          <p:cNvSpPr>
            <a:spLocks noGrp="1"/>
          </p:cNvSpPr>
          <p:nvPr>
            <p:ph type="title"/>
          </p:nvPr>
        </p:nvSpPr>
        <p:spPr>
          <a:xfrm>
            <a:off x="457200" y="457200"/>
            <a:ext cx="11277600" cy="498598"/>
          </a:xfrm>
        </p:spPr>
        <p:txBody>
          <a:bodyPr/>
          <a:lstStyle/>
          <a:p>
            <a:r>
              <a:rPr lang="en-US" sz="3600" u="sng">
                <a:solidFill>
                  <a:srgbClr val="C00000"/>
                </a:solidFill>
                <a:cs typeface="Arial"/>
              </a:rPr>
              <a:t>PRODUCT OVERVIEW – BICYCLE</a:t>
            </a:r>
            <a:endParaRPr lang="en-US"/>
          </a:p>
        </p:txBody>
      </p:sp>
      <p:sp>
        <p:nvSpPr>
          <p:cNvPr id="3" name="Content Placeholder 2">
            <a:extLst>
              <a:ext uri="{FF2B5EF4-FFF2-40B4-BE49-F238E27FC236}">
                <a16:creationId xmlns:a16="http://schemas.microsoft.com/office/drawing/2014/main" id="{5C964363-6AE2-53A4-3DF8-E601B32BB1E7}"/>
              </a:ext>
            </a:extLst>
          </p:cNvPr>
          <p:cNvSpPr>
            <a:spLocks noGrp="1"/>
          </p:cNvSpPr>
          <p:nvPr>
            <p:ph idx="1"/>
          </p:nvPr>
        </p:nvSpPr>
        <p:spPr>
          <a:xfrm>
            <a:off x="457200" y="790575"/>
            <a:ext cx="11566525" cy="4663440"/>
          </a:xfrm>
        </p:spPr>
        <p:txBody>
          <a:bodyPr vert="horz" lIns="0" tIns="0" rIns="0" bIns="0" rtlCol="0" anchor="t">
            <a:noAutofit/>
          </a:bodyPr>
          <a:lstStyle/>
          <a:p>
            <a:pPr marL="0" indent="0">
              <a:buNone/>
            </a:pPr>
            <a:endParaRPr lang="en-US" sz="2800" b="1">
              <a:solidFill>
                <a:schemeClr val="tx2"/>
              </a:solidFill>
              <a:cs typeface="Arial" panose="020B0604020202020204"/>
            </a:endParaRPr>
          </a:p>
          <a:p>
            <a:r>
              <a:rPr lang="en-US" sz="1800" b="1" u="sng">
                <a:solidFill>
                  <a:schemeClr val="tx2"/>
                </a:solidFill>
                <a:latin typeface="Segoe UI"/>
                <a:cs typeface="Segoe UI"/>
              </a:rPr>
              <a:t>Manufactured Product</a:t>
            </a:r>
            <a:br>
              <a:rPr lang="en-US" sz="1800" b="1">
                <a:solidFill>
                  <a:schemeClr val="tx2"/>
                </a:solidFill>
                <a:latin typeface="Segoe UI"/>
                <a:cs typeface="Segoe UI"/>
              </a:rPr>
            </a:br>
            <a:r>
              <a:rPr lang="en-US" sz="1800" b="1">
                <a:solidFill>
                  <a:schemeClr val="tx2"/>
                </a:solidFill>
                <a:latin typeface="Segoe UI"/>
                <a:cs typeface="Segoe UI"/>
              </a:rPr>
              <a:t> The bicycle is produced by assembling multiple components (frame, wheels, handlebar, seat, chain, brakes, pedals).</a:t>
            </a:r>
            <a:endParaRPr lang="en-US" sz="2800">
              <a:solidFill>
                <a:schemeClr val="tx2"/>
              </a:solidFill>
              <a:cs typeface="Arial"/>
            </a:endParaRPr>
          </a:p>
          <a:p>
            <a:pPr marL="0" indent="0">
              <a:buNone/>
            </a:pPr>
            <a:endParaRPr lang="en-US" sz="1800" b="1">
              <a:solidFill>
                <a:schemeClr val="tx2"/>
              </a:solidFill>
              <a:latin typeface="Segoe UI"/>
              <a:cs typeface="Segoe UI"/>
            </a:endParaRPr>
          </a:p>
          <a:p>
            <a:r>
              <a:rPr lang="en-US" sz="1800" b="1">
                <a:solidFill>
                  <a:schemeClr val="tx2"/>
                </a:solidFill>
                <a:latin typeface="Segoe UI"/>
                <a:cs typeface="Segoe UI"/>
              </a:rPr>
              <a:t>Target</a:t>
            </a:r>
            <a:r>
              <a:rPr lang="en-US" sz="1800">
                <a:solidFill>
                  <a:schemeClr val="tx2"/>
                </a:solidFill>
                <a:latin typeface="Segoe UI"/>
                <a:cs typeface="Segoe UI"/>
              </a:rPr>
              <a:t>: 1,000 bicycles / month</a:t>
            </a:r>
            <a:endParaRPr lang="en-US" sz="1800">
              <a:solidFill>
                <a:schemeClr val="tx2"/>
              </a:solidFill>
              <a:latin typeface="Arial" panose="020B0604020202020204"/>
              <a:cs typeface="Arial"/>
            </a:endParaRPr>
          </a:p>
          <a:p>
            <a:r>
              <a:rPr lang="en-US" sz="1800" b="1">
                <a:solidFill>
                  <a:schemeClr val="tx2"/>
                </a:solidFill>
                <a:latin typeface="Segoe UI"/>
                <a:cs typeface="Segoe UI"/>
              </a:rPr>
              <a:t>Components</a:t>
            </a:r>
            <a:r>
              <a:rPr lang="en-US" sz="1800">
                <a:solidFill>
                  <a:schemeClr val="tx2"/>
                </a:solidFill>
                <a:latin typeface="Segoe UI"/>
                <a:cs typeface="Segoe UI"/>
              </a:rPr>
              <a:t>: Frame Assembly, Wheel Assembly (2 wheels), Handlebar Assembly, Seat Assembly, Chain, Pedals, Brakes</a:t>
            </a:r>
            <a:endParaRPr lang="en-US" sz="1800">
              <a:solidFill>
                <a:schemeClr val="tx2"/>
              </a:solidFill>
              <a:cs typeface="Arial"/>
            </a:endParaRPr>
          </a:p>
          <a:p>
            <a:r>
              <a:rPr lang="en-US" sz="1800" b="1">
                <a:solidFill>
                  <a:schemeClr val="tx2"/>
                </a:solidFill>
                <a:latin typeface="Segoe UI"/>
                <a:cs typeface="Segoe UI"/>
              </a:rPr>
              <a:t>Per day production</a:t>
            </a:r>
            <a:r>
              <a:rPr lang="en-US" sz="1800">
                <a:solidFill>
                  <a:schemeClr val="tx2"/>
                </a:solidFill>
                <a:latin typeface="Segoe UI"/>
                <a:cs typeface="Segoe UI"/>
              </a:rPr>
              <a:t>: 33 bicycles</a:t>
            </a:r>
            <a:br>
              <a:rPr lang="en-US" sz="1800">
                <a:solidFill>
                  <a:schemeClr val="tx2"/>
                </a:solidFill>
                <a:latin typeface="Segoe UI"/>
                <a:cs typeface="Segoe UI"/>
              </a:rPr>
            </a:br>
            <a:r>
              <a:rPr lang="en-US" sz="1800">
                <a:solidFill>
                  <a:schemeClr val="tx2"/>
                </a:solidFill>
                <a:latin typeface="Segoe UI"/>
                <a:cs typeface="Segoe UI"/>
              </a:rPr>
              <a:t> </a:t>
            </a:r>
            <a:r>
              <a:rPr lang="en-US" sz="1800" b="1">
                <a:solidFill>
                  <a:schemeClr val="tx2"/>
                </a:solidFill>
                <a:latin typeface="Segoe UI"/>
                <a:cs typeface="Segoe UI"/>
              </a:rPr>
              <a:t>Shifts</a:t>
            </a:r>
            <a:r>
              <a:rPr lang="en-US" sz="1800">
                <a:solidFill>
                  <a:schemeClr val="tx2"/>
                </a:solidFill>
                <a:latin typeface="Segoe UI"/>
                <a:cs typeface="Segoe UI"/>
              </a:rPr>
              <a:t>: 2 (A, B, C)</a:t>
            </a:r>
            <a:endParaRPr lang="en-US" sz="1800">
              <a:solidFill>
                <a:schemeClr val="tx2"/>
              </a:solidFill>
              <a:cs typeface="Arial"/>
            </a:endParaRPr>
          </a:p>
          <a:p>
            <a:r>
              <a:rPr lang="en-US" sz="1800" b="1">
                <a:solidFill>
                  <a:schemeClr val="tx2"/>
                </a:solidFill>
                <a:latin typeface="Segoe UI"/>
                <a:cs typeface="Segoe UI"/>
              </a:rPr>
              <a:t>Production per week</a:t>
            </a:r>
            <a:r>
              <a:rPr lang="en-US" sz="1800">
                <a:solidFill>
                  <a:schemeClr val="tx2"/>
                </a:solidFill>
                <a:latin typeface="Segoe UI"/>
                <a:cs typeface="Segoe UI"/>
              </a:rPr>
              <a:t>:</a:t>
            </a:r>
            <a:br>
              <a:rPr lang="en-US" sz="1800">
                <a:solidFill>
                  <a:schemeClr val="tx2"/>
                </a:solidFill>
                <a:latin typeface="Segoe UI"/>
                <a:cs typeface="Segoe UI"/>
              </a:rPr>
            </a:br>
            <a:r>
              <a:rPr lang="en-US" sz="1800">
                <a:solidFill>
                  <a:schemeClr val="tx2"/>
                </a:solidFill>
                <a:latin typeface="Segoe UI"/>
                <a:cs typeface="Segoe UI"/>
              </a:rPr>
              <a:t> (33 × 7) = 231 bicycles</a:t>
            </a:r>
            <a:endParaRPr lang="en-US" sz="1800">
              <a:solidFill>
                <a:schemeClr val="tx2"/>
              </a:solidFill>
              <a:cs typeface="Arial"/>
            </a:endParaRPr>
          </a:p>
          <a:p>
            <a:r>
              <a:rPr lang="en-US" sz="1800" b="1">
                <a:solidFill>
                  <a:schemeClr val="tx2"/>
                </a:solidFill>
                <a:latin typeface="Segoe UI"/>
                <a:cs typeface="Segoe UI"/>
              </a:rPr>
              <a:t>Production per year</a:t>
            </a:r>
            <a:r>
              <a:rPr lang="en-US" sz="1800">
                <a:solidFill>
                  <a:schemeClr val="tx2"/>
                </a:solidFill>
                <a:latin typeface="Segoe UI"/>
                <a:cs typeface="Segoe UI"/>
              </a:rPr>
              <a:t>:</a:t>
            </a:r>
            <a:br>
              <a:rPr lang="en-US" sz="1200">
                <a:solidFill>
                  <a:schemeClr val="tx2"/>
                </a:solidFill>
                <a:latin typeface="Segoe UI"/>
                <a:cs typeface="Segoe UI"/>
              </a:rPr>
            </a:br>
            <a:r>
              <a:rPr lang="en-US" sz="1400">
                <a:solidFill>
                  <a:schemeClr val="tx2"/>
                </a:solidFill>
                <a:latin typeface="Segoe UI"/>
                <a:cs typeface="Segoe UI"/>
              </a:rPr>
              <a:t> (</a:t>
            </a:r>
            <a:r>
              <a:rPr lang="en-US" sz="1800">
                <a:solidFill>
                  <a:schemeClr val="tx2"/>
                </a:solidFill>
                <a:latin typeface="Segoe UI"/>
                <a:cs typeface="Segoe UI"/>
              </a:rPr>
              <a:t>1,000 × 12) = 12,000 bicycles</a:t>
            </a:r>
            <a:endParaRPr lang="en-US" sz="1800">
              <a:solidFill>
                <a:schemeClr val="tx2"/>
              </a:solidFill>
              <a:cs typeface="Arial"/>
            </a:endParaRPr>
          </a:p>
          <a:p>
            <a:endParaRPr lang="en-US" sz="1800">
              <a:solidFill>
                <a:schemeClr val="tx2"/>
              </a:solidFill>
              <a:cs typeface="Arial"/>
            </a:endParaRPr>
          </a:p>
        </p:txBody>
      </p:sp>
      <p:sp>
        <p:nvSpPr>
          <p:cNvPr id="4" name="Date Placeholder 3">
            <a:extLst>
              <a:ext uri="{FF2B5EF4-FFF2-40B4-BE49-F238E27FC236}">
                <a16:creationId xmlns:a16="http://schemas.microsoft.com/office/drawing/2014/main" id="{BD0D891F-0FBB-89D7-C590-458397F3F47A}"/>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E288F513-CF42-7C62-EE54-74BBEEE61B4A}"/>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012CEBC3-648A-D22B-CE4C-BE884685A0E3}"/>
              </a:ext>
            </a:extLst>
          </p:cNvPr>
          <p:cNvSpPr>
            <a:spLocks noGrp="1"/>
          </p:cNvSpPr>
          <p:nvPr>
            <p:ph type="sldNum" sz="quarter" idx="12"/>
          </p:nvPr>
        </p:nvSpPr>
        <p:spPr/>
        <p:txBody>
          <a:bodyPr/>
          <a:lstStyle/>
          <a:p>
            <a:fld id="{38826FC0-333C-E549-9FA3-0EE43DF298A3}" type="slidenum">
              <a:rPr lang="en-US" smtClean="0"/>
              <a:pPr/>
              <a:t>13</a:t>
            </a:fld>
            <a:endParaRPr lang="en-US"/>
          </a:p>
        </p:txBody>
      </p:sp>
    </p:spTree>
    <p:extLst>
      <p:ext uri="{BB962C8B-B14F-4D97-AF65-F5344CB8AC3E}">
        <p14:creationId xmlns:p14="http://schemas.microsoft.com/office/powerpoint/2010/main" val="1026863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90342-79D3-266D-1502-68582A34129C}"/>
              </a:ext>
            </a:extLst>
          </p:cNvPr>
          <p:cNvSpPr>
            <a:spLocks noGrp="1"/>
          </p:cNvSpPr>
          <p:nvPr>
            <p:ph type="title"/>
          </p:nvPr>
        </p:nvSpPr>
        <p:spPr>
          <a:xfrm>
            <a:off x="457200" y="457200"/>
            <a:ext cx="11277600" cy="498598"/>
          </a:xfrm>
        </p:spPr>
        <p:txBody>
          <a:bodyPr/>
          <a:lstStyle/>
          <a:p>
            <a:r>
              <a:rPr lang="en-US" sz="3600" u="sng">
                <a:solidFill>
                  <a:srgbClr val="C00000"/>
                </a:solidFill>
              </a:rPr>
              <a:t>Make to Stock (MTS)</a:t>
            </a:r>
            <a:endParaRPr lang="en-IN" sz="3600" u="sng">
              <a:solidFill>
                <a:srgbClr val="C00000"/>
              </a:solidFill>
            </a:endParaRPr>
          </a:p>
        </p:txBody>
      </p:sp>
      <p:sp>
        <p:nvSpPr>
          <p:cNvPr id="4" name="Date Placeholder 3">
            <a:extLst>
              <a:ext uri="{FF2B5EF4-FFF2-40B4-BE49-F238E27FC236}">
                <a16:creationId xmlns:a16="http://schemas.microsoft.com/office/drawing/2014/main" id="{6726B5FF-B579-D04E-9A8A-9FF1F0B1B2B5}"/>
              </a:ext>
            </a:extLst>
          </p:cNvPr>
          <p:cNvSpPr>
            <a:spLocks noGrp="1"/>
          </p:cNvSpPr>
          <p:nvPr>
            <p:ph type="dt" sz="half" idx="10"/>
          </p:nvPr>
        </p:nvSpPr>
        <p:spPr/>
        <p:txBody>
          <a:bodyPr/>
          <a:lstStyle/>
          <a:p>
            <a:fld id="{29DAD134-242A-4F7A-8A44-060D04356D9F}" type="datetime1">
              <a:rPr lang="en-US" smtClean="0"/>
              <a:pPr/>
              <a:t>2/24/2026</a:t>
            </a:fld>
            <a:endParaRPr lang="en-US"/>
          </a:p>
        </p:txBody>
      </p:sp>
      <p:sp>
        <p:nvSpPr>
          <p:cNvPr id="5" name="Footer Placeholder 4">
            <a:extLst>
              <a:ext uri="{FF2B5EF4-FFF2-40B4-BE49-F238E27FC236}">
                <a16:creationId xmlns:a16="http://schemas.microsoft.com/office/drawing/2014/main" id="{380EF402-582A-A41D-296D-A1A0019194AA}"/>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FEACF7A3-6FD7-72B5-0AC7-C63E66C70384}"/>
              </a:ext>
            </a:extLst>
          </p:cNvPr>
          <p:cNvSpPr>
            <a:spLocks noGrp="1"/>
          </p:cNvSpPr>
          <p:nvPr>
            <p:ph type="sldNum" sz="quarter" idx="12"/>
          </p:nvPr>
        </p:nvSpPr>
        <p:spPr/>
        <p:txBody>
          <a:bodyPr/>
          <a:lstStyle/>
          <a:p>
            <a:fld id="{38826FC0-333C-E549-9FA3-0EE43DF298A3}" type="slidenum">
              <a:rPr lang="en-US" smtClean="0"/>
              <a:pPr/>
              <a:t>14</a:t>
            </a:fld>
            <a:endParaRPr lang="en-US"/>
          </a:p>
        </p:txBody>
      </p:sp>
      <p:sp>
        <p:nvSpPr>
          <p:cNvPr id="3" name="Content Placeholder 2">
            <a:extLst>
              <a:ext uri="{FF2B5EF4-FFF2-40B4-BE49-F238E27FC236}">
                <a16:creationId xmlns:a16="http://schemas.microsoft.com/office/drawing/2014/main" id="{AC77CA48-0A76-564C-E438-339975D5A8E7}"/>
              </a:ext>
            </a:extLst>
          </p:cNvPr>
          <p:cNvSpPr>
            <a:spLocks noGrp="1"/>
          </p:cNvSpPr>
          <p:nvPr>
            <p:ph idx="4294967295"/>
          </p:nvPr>
        </p:nvSpPr>
        <p:spPr>
          <a:xfrm>
            <a:off x="457200" y="1415389"/>
            <a:ext cx="7518400" cy="4664075"/>
          </a:xfrm>
        </p:spPr>
        <p:txBody>
          <a:bodyPr vert="horz" lIns="0" tIns="0" rIns="0" bIns="0" rtlCol="0" anchor="t">
            <a:noAutofit/>
          </a:bodyPr>
          <a:lstStyle/>
          <a:p>
            <a:r>
              <a:rPr lang="en-US" sz="2000">
                <a:solidFill>
                  <a:schemeClr val="accent6">
                    <a:lumMod val="10000"/>
                  </a:schemeClr>
                </a:solidFill>
              </a:rPr>
              <a:t>Production is done before customer order, based on forecast.</a:t>
            </a:r>
            <a:endParaRPr lang="en-US" sz="2000">
              <a:solidFill>
                <a:schemeClr val="accent6">
                  <a:lumMod val="10000"/>
                </a:schemeClr>
              </a:solidFill>
              <a:cs typeface="Arial"/>
            </a:endParaRPr>
          </a:p>
          <a:p>
            <a:r>
              <a:rPr lang="en-US" sz="2000">
                <a:solidFill>
                  <a:schemeClr val="accent6">
                    <a:lumMod val="10000"/>
                  </a:schemeClr>
                </a:solidFill>
              </a:rPr>
              <a:t>In Bicycle:</a:t>
            </a:r>
            <a:endParaRPr lang="en-US" sz="2000">
              <a:solidFill>
                <a:schemeClr val="accent6">
                  <a:lumMod val="10000"/>
                </a:schemeClr>
              </a:solidFill>
              <a:cs typeface="Arial"/>
            </a:endParaRPr>
          </a:p>
          <a:p>
            <a:pPr marL="393065" lvl="1"/>
            <a:r>
              <a:rPr lang="en-US" sz="1800">
                <a:solidFill>
                  <a:schemeClr val="accent6">
                    <a:lumMod val="10000"/>
                  </a:schemeClr>
                </a:solidFill>
              </a:rPr>
              <a:t>Standard models</a:t>
            </a:r>
            <a:endParaRPr lang="en-US" sz="1800">
              <a:solidFill>
                <a:schemeClr val="accent6">
                  <a:lumMod val="10000"/>
                </a:schemeClr>
              </a:solidFill>
              <a:cs typeface="Arial"/>
            </a:endParaRPr>
          </a:p>
          <a:p>
            <a:pPr marL="393065" lvl="1"/>
            <a:r>
              <a:rPr lang="en-US" sz="1800">
                <a:solidFill>
                  <a:schemeClr val="accent6">
                    <a:lumMod val="10000"/>
                  </a:schemeClr>
                </a:solidFill>
              </a:rPr>
              <a:t>Fixed color &amp; size</a:t>
            </a:r>
            <a:endParaRPr lang="en-US" sz="1800">
              <a:solidFill>
                <a:schemeClr val="accent6">
                  <a:lumMod val="10000"/>
                </a:schemeClr>
              </a:solidFill>
              <a:cs typeface="Arial"/>
            </a:endParaRPr>
          </a:p>
          <a:p>
            <a:pPr marL="393065" lvl="1"/>
            <a:r>
              <a:rPr lang="en-US" sz="1800">
                <a:solidFill>
                  <a:schemeClr val="accent6">
                    <a:lumMod val="10000"/>
                  </a:schemeClr>
                </a:solidFill>
              </a:rPr>
              <a:t>Stored in warehouse</a:t>
            </a:r>
            <a:endParaRPr lang="en-US" sz="1800">
              <a:solidFill>
                <a:schemeClr val="accent6">
                  <a:lumMod val="10000"/>
                </a:schemeClr>
              </a:solidFill>
              <a:cs typeface="Arial"/>
            </a:endParaRPr>
          </a:p>
          <a:p>
            <a:pPr marL="393065" lvl="1"/>
            <a:endParaRPr lang="en-US">
              <a:cs typeface="Arial" panose="020B0604020202020204"/>
            </a:endParaRPr>
          </a:p>
        </p:txBody>
      </p:sp>
      <p:sp>
        <p:nvSpPr>
          <p:cNvPr id="7" name="TextBox 6">
            <a:extLst>
              <a:ext uri="{FF2B5EF4-FFF2-40B4-BE49-F238E27FC236}">
                <a16:creationId xmlns:a16="http://schemas.microsoft.com/office/drawing/2014/main" id="{77AE7FAE-0E28-1BF3-3FE6-FA8A5453F6BD}"/>
              </a:ext>
            </a:extLst>
          </p:cNvPr>
          <p:cNvSpPr txBox="1"/>
          <p:nvPr/>
        </p:nvSpPr>
        <p:spPr>
          <a:xfrm>
            <a:off x="457200" y="3429000"/>
            <a:ext cx="5003321" cy="526211"/>
          </a:xfrm>
          <a:prstGeom prst="rect">
            <a:avLst/>
          </a:prstGeom>
          <a:noFill/>
        </p:spPr>
        <p:txBody>
          <a:bodyPr wrap="square" lIns="0" tIns="0" rIns="0" bIns="0" rtlCol="0" anchor="t">
            <a:noAutofit/>
          </a:bodyPr>
          <a:lstStyle/>
          <a:p>
            <a:pPr algn="l">
              <a:lnSpc>
                <a:spcPct val="110000"/>
              </a:lnSpc>
              <a:spcBef>
                <a:spcPts val="600"/>
              </a:spcBef>
              <a:spcAft>
                <a:spcPts val="0"/>
              </a:spcAft>
            </a:pPr>
            <a:r>
              <a:rPr lang="en-US" sz="3600" b="1" u="sng">
                <a:solidFill>
                  <a:srgbClr val="C00000"/>
                </a:solidFill>
              </a:rPr>
              <a:t>Make to Order (MTO)</a:t>
            </a:r>
            <a:endParaRPr lang="en-IN" sz="3600" b="1" u="sng">
              <a:solidFill>
                <a:srgbClr val="C00000"/>
              </a:solidFill>
              <a:cs typeface="Arial"/>
            </a:endParaRPr>
          </a:p>
        </p:txBody>
      </p:sp>
      <p:sp>
        <p:nvSpPr>
          <p:cNvPr id="8" name="TextBox 7">
            <a:extLst>
              <a:ext uri="{FF2B5EF4-FFF2-40B4-BE49-F238E27FC236}">
                <a16:creationId xmlns:a16="http://schemas.microsoft.com/office/drawing/2014/main" id="{51994290-68B7-BFB0-387F-F599BDBFC548}"/>
              </a:ext>
            </a:extLst>
          </p:cNvPr>
          <p:cNvSpPr txBox="1"/>
          <p:nvPr/>
        </p:nvSpPr>
        <p:spPr>
          <a:xfrm>
            <a:off x="457200" y="4502988"/>
            <a:ext cx="7444596" cy="1255143"/>
          </a:xfrm>
          <a:prstGeom prst="rect">
            <a:avLst/>
          </a:prstGeom>
          <a:noFill/>
        </p:spPr>
        <p:txBody>
          <a:bodyPr wrap="square" lIns="0" tIns="0" rIns="0" bIns="0" rtlCol="0" anchor="t">
            <a:noAutofit/>
          </a:bodyPr>
          <a:lstStyle/>
          <a:p>
            <a:pPr marL="285750" indent="-285750" algn="l">
              <a:lnSpc>
                <a:spcPct val="110000"/>
              </a:lnSpc>
              <a:spcBef>
                <a:spcPts val="600"/>
              </a:spcBef>
              <a:spcAft>
                <a:spcPts val="0"/>
              </a:spcAft>
              <a:buFont typeface="Arial" panose="020B0604020202020204" pitchFamily="34" charset="0"/>
              <a:buChar char="•"/>
            </a:pPr>
            <a:r>
              <a:rPr lang="en-US" sz="2000">
                <a:solidFill>
                  <a:schemeClr val="accent6">
                    <a:lumMod val="10000"/>
                  </a:schemeClr>
                </a:solidFill>
              </a:rPr>
              <a:t>Production starts after receiving customer order.</a:t>
            </a:r>
            <a:endParaRPr lang="en-US" sz="2000">
              <a:solidFill>
                <a:schemeClr val="accent6">
                  <a:lumMod val="10000"/>
                </a:schemeClr>
              </a:solidFill>
              <a:cs typeface="Arial"/>
            </a:endParaRPr>
          </a:p>
          <a:p>
            <a:pPr marL="285750" indent="-285750" algn="l">
              <a:lnSpc>
                <a:spcPct val="110000"/>
              </a:lnSpc>
              <a:spcBef>
                <a:spcPts val="600"/>
              </a:spcBef>
              <a:spcAft>
                <a:spcPts val="0"/>
              </a:spcAft>
              <a:buFont typeface="Arial" panose="020B0604020202020204" pitchFamily="34" charset="0"/>
              <a:buChar char="•"/>
            </a:pPr>
            <a:r>
              <a:rPr lang="en-US" sz="2000">
                <a:solidFill>
                  <a:schemeClr val="accent6">
                    <a:lumMod val="10000"/>
                  </a:schemeClr>
                </a:solidFill>
              </a:rPr>
              <a:t>In Bicycle:</a:t>
            </a:r>
            <a:endParaRPr lang="en-US" sz="2000">
              <a:solidFill>
                <a:schemeClr val="accent6">
                  <a:lumMod val="10000"/>
                </a:schemeClr>
              </a:solidFill>
              <a:cs typeface="Arial"/>
            </a:endParaRPr>
          </a:p>
          <a:p>
            <a:pPr marL="742950" lvl="1" indent="-285750">
              <a:lnSpc>
                <a:spcPct val="110000"/>
              </a:lnSpc>
              <a:spcBef>
                <a:spcPts val="600"/>
              </a:spcBef>
              <a:buFont typeface="Arial" panose="020B0604020202020204" pitchFamily="34" charset="0"/>
              <a:buChar char="•"/>
            </a:pPr>
            <a:r>
              <a:rPr lang="en-US" sz="2000">
                <a:solidFill>
                  <a:schemeClr val="accent6">
                    <a:lumMod val="10000"/>
                  </a:schemeClr>
                </a:solidFill>
              </a:rPr>
              <a:t>Custom colors, gears, frame size.</a:t>
            </a:r>
            <a:endParaRPr lang="en-US" sz="2000">
              <a:solidFill>
                <a:schemeClr val="accent6">
                  <a:lumMod val="10000"/>
                </a:schemeClr>
              </a:solidFill>
              <a:cs typeface="Arial"/>
            </a:endParaRPr>
          </a:p>
          <a:p>
            <a:pPr marL="742950" lvl="1" indent="-285750">
              <a:lnSpc>
                <a:spcPct val="110000"/>
              </a:lnSpc>
              <a:spcBef>
                <a:spcPts val="600"/>
              </a:spcBef>
              <a:buFont typeface="Arial" panose="020B0604020202020204" pitchFamily="34" charset="0"/>
              <a:buChar char="•"/>
            </a:pPr>
            <a:r>
              <a:rPr lang="en-US" sz="2000">
                <a:solidFill>
                  <a:schemeClr val="accent6">
                    <a:lumMod val="10000"/>
                  </a:schemeClr>
                </a:solidFill>
              </a:rPr>
              <a:t>Premium / racing bicycles </a:t>
            </a:r>
            <a:endParaRPr lang="en-US" sz="2000">
              <a:solidFill>
                <a:schemeClr val="accent6">
                  <a:lumMod val="10000"/>
                </a:schemeClr>
              </a:solidFill>
              <a:cs typeface="Arial"/>
            </a:endParaRPr>
          </a:p>
          <a:p>
            <a:pPr marL="742950" lvl="1" indent="-285750">
              <a:lnSpc>
                <a:spcPct val="110000"/>
              </a:lnSpc>
              <a:spcBef>
                <a:spcPts val="600"/>
              </a:spcBef>
              <a:buFont typeface="Arial" panose="020B0604020202020204" pitchFamily="34" charset="0"/>
              <a:buChar char="•"/>
            </a:pPr>
            <a:endParaRPr lang="en-US" sz="1600">
              <a:solidFill>
                <a:schemeClr val="bg2">
                  <a:lumMod val="10000"/>
                  <a:lumOff val="90000"/>
                </a:schemeClr>
              </a:solidFill>
              <a:cs typeface="Arial"/>
            </a:endParaRPr>
          </a:p>
        </p:txBody>
      </p:sp>
      <p:pic>
        <p:nvPicPr>
          <p:cNvPr id="3074" name="Picture 2">
            <a:extLst>
              <a:ext uri="{FF2B5EF4-FFF2-40B4-BE49-F238E27FC236}">
                <a16:creationId xmlns:a16="http://schemas.microsoft.com/office/drawing/2014/main" id="{C82628EF-0E94-A17E-9E47-E030FE8178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1" y="457199"/>
            <a:ext cx="5649686" cy="560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855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A5A0C-49AC-4CEE-7263-03B2E9FDAA09}"/>
              </a:ext>
            </a:extLst>
          </p:cNvPr>
          <p:cNvSpPr>
            <a:spLocks noGrp="1"/>
          </p:cNvSpPr>
          <p:nvPr>
            <p:ph type="title"/>
          </p:nvPr>
        </p:nvSpPr>
        <p:spPr>
          <a:xfrm>
            <a:off x="457200" y="457200"/>
            <a:ext cx="11277600" cy="775597"/>
          </a:xfrm>
        </p:spPr>
        <p:txBody>
          <a:bodyPr/>
          <a:lstStyle/>
          <a:p>
            <a:r>
              <a:rPr lang="en-US" sz="3200" u="sng">
                <a:solidFill>
                  <a:srgbClr val="C00000"/>
                </a:solidFill>
                <a:latin typeface="Segoe UI"/>
                <a:cs typeface="Segoe UI"/>
              </a:rPr>
              <a:t>Manufacturing Process</a:t>
            </a:r>
            <a:endParaRPr lang="en-US" sz="2000">
              <a:solidFill>
                <a:srgbClr val="C00000"/>
              </a:solidFill>
              <a:cs typeface="Arial" panose="020B0604020202020204"/>
            </a:endParaRPr>
          </a:p>
          <a:p>
            <a:endParaRPr lang="en-US">
              <a:cs typeface="Arial"/>
            </a:endParaRPr>
          </a:p>
        </p:txBody>
      </p:sp>
      <p:sp>
        <p:nvSpPr>
          <p:cNvPr id="3" name="Date Placeholder 2">
            <a:extLst>
              <a:ext uri="{FF2B5EF4-FFF2-40B4-BE49-F238E27FC236}">
                <a16:creationId xmlns:a16="http://schemas.microsoft.com/office/drawing/2014/main" id="{BA690A91-F343-F7AF-74C4-363BBB04D245}"/>
              </a:ext>
            </a:extLst>
          </p:cNvPr>
          <p:cNvSpPr>
            <a:spLocks noGrp="1"/>
          </p:cNvSpPr>
          <p:nvPr>
            <p:ph type="dt" sz="half" idx="10"/>
          </p:nvPr>
        </p:nvSpPr>
        <p:spPr/>
        <p:txBody>
          <a:bodyPr/>
          <a:lstStyle/>
          <a:p>
            <a:fld id="{56E818BD-3E69-407F-9C3D-C11541A4D3B3}" type="datetime1">
              <a:rPr lang="en-US" smtClean="0"/>
              <a:t>2/24/2026</a:t>
            </a:fld>
            <a:endParaRPr lang="en-US"/>
          </a:p>
        </p:txBody>
      </p:sp>
      <p:sp>
        <p:nvSpPr>
          <p:cNvPr id="4" name="Footer Placeholder 3">
            <a:extLst>
              <a:ext uri="{FF2B5EF4-FFF2-40B4-BE49-F238E27FC236}">
                <a16:creationId xmlns:a16="http://schemas.microsoft.com/office/drawing/2014/main" id="{F4BC05F9-0C53-BF91-2662-71F87B352396}"/>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1194495-41EF-086F-7A8D-515773CE0BB6}"/>
              </a:ext>
            </a:extLst>
          </p:cNvPr>
          <p:cNvSpPr>
            <a:spLocks noGrp="1"/>
          </p:cNvSpPr>
          <p:nvPr>
            <p:ph type="sldNum" sz="quarter" idx="12"/>
          </p:nvPr>
        </p:nvSpPr>
        <p:spPr/>
        <p:txBody>
          <a:bodyPr/>
          <a:lstStyle/>
          <a:p>
            <a:fld id="{38826FC0-333C-E549-9FA3-0EE43DF298A3}" type="slidenum">
              <a:rPr lang="en-US" smtClean="0"/>
              <a:pPr/>
              <a:t>15</a:t>
            </a:fld>
            <a:endParaRPr lang="en-US"/>
          </a:p>
        </p:txBody>
      </p:sp>
      <p:graphicFrame>
        <p:nvGraphicFramePr>
          <p:cNvPr id="8" name="Table 7">
            <a:extLst>
              <a:ext uri="{FF2B5EF4-FFF2-40B4-BE49-F238E27FC236}">
                <a16:creationId xmlns:a16="http://schemas.microsoft.com/office/drawing/2014/main" id="{4723E85C-7598-19E7-B4A1-4873D840DB4D}"/>
              </a:ext>
            </a:extLst>
          </p:cNvPr>
          <p:cNvGraphicFramePr>
            <a:graphicFrameLocks noGrp="1"/>
          </p:cNvGraphicFramePr>
          <p:nvPr>
            <p:extLst>
              <p:ext uri="{D42A27DB-BD31-4B8C-83A1-F6EECF244321}">
                <p14:modId xmlns:p14="http://schemas.microsoft.com/office/powerpoint/2010/main" val="900067922"/>
              </p:ext>
            </p:extLst>
          </p:nvPr>
        </p:nvGraphicFramePr>
        <p:xfrm>
          <a:off x="457200" y="1133857"/>
          <a:ext cx="11277599" cy="5690130"/>
        </p:xfrm>
        <a:graphic>
          <a:graphicData uri="http://schemas.openxmlformats.org/drawingml/2006/table">
            <a:tbl>
              <a:tblPr>
                <a:tableStyleId>{BC89EF96-8CEA-46FF-86C4-4CE0E7609802}</a:tableStyleId>
              </a:tblPr>
              <a:tblGrid>
                <a:gridCol w="2676479">
                  <a:extLst>
                    <a:ext uri="{9D8B030D-6E8A-4147-A177-3AD203B41FA5}">
                      <a16:colId xmlns:a16="http://schemas.microsoft.com/office/drawing/2014/main" val="309081127"/>
                    </a:ext>
                  </a:extLst>
                </a:gridCol>
                <a:gridCol w="2867040">
                  <a:extLst>
                    <a:ext uri="{9D8B030D-6E8A-4147-A177-3AD203B41FA5}">
                      <a16:colId xmlns:a16="http://schemas.microsoft.com/office/drawing/2014/main" val="3870005459"/>
                    </a:ext>
                  </a:extLst>
                </a:gridCol>
                <a:gridCol w="2867040">
                  <a:extLst>
                    <a:ext uri="{9D8B030D-6E8A-4147-A177-3AD203B41FA5}">
                      <a16:colId xmlns:a16="http://schemas.microsoft.com/office/drawing/2014/main" val="4193052872"/>
                    </a:ext>
                  </a:extLst>
                </a:gridCol>
                <a:gridCol w="2867040">
                  <a:extLst>
                    <a:ext uri="{9D8B030D-6E8A-4147-A177-3AD203B41FA5}">
                      <a16:colId xmlns:a16="http://schemas.microsoft.com/office/drawing/2014/main" val="3261305526"/>
                    </a:ext>
                  </a:extLst>
                </a:gridCol>
              </a:tblGrid>
              <a:tr h="520477">
                <a:tc>
                  <a:txBody>
                    <a:bodyPr/>
                    <a:lstStyle/>
                    <a:p>
                      <a:pPr>
                        <a:buNone/>
                      </a:pPr>
                      <a:r>
                        <a:rPr lang="en-IN" sz="1800" b="1">
                          <a:solidFill>
                            <a:schemeClr val="tx2">
                              <a:lumMod val="50000"/>
                              <a:lumOff val="50000"/>
                            </a:schemeClr>
                          </a:solidFill>
                          <a:effectLst/>
                        </a:rPr>
                        <a:t>Point</a:t>
                      </a:r>
                      <a:endParaRPr lang="en-IN" sz="1800">
                        <a:solidFill>
                          <a:schemeClr val="tx2">
                            <a:lumMod val="50000"/>
                            <a:lumOff val="50000"/>
                          </a:schemeClr>
                        </a:solidFill>
                        <a:effectLst/>
                      </a:endParaRPr>
                    </a:p>
                  </a:txBody>
                  <a:tcPr marL="81826" marR="81826" marT="40913" marB="40913" anchor="ctr"/>
                </a:tc>
                <a:tc>
                  <a:txBody>
                    <a:bodyPr/>
                    <a:lstStyle/>
                    <a:p>
                      <a:pPr>
                        <a:buNone/>
                      </a:pPr>
                      <a:r>
                        <a:rPr lang="en-IN" sz="1800" b="1">
                          <a:solidFill>
                            <a:schemeClr val="tx2">
                              <a:lumMod val="50000"/>
                              <a:lumOff val="50000"/>
                            </a:schemeClr>
                          </a:solidFill>
                          <a:effectLst/>
                        </a:rPr>
                        <a:t>Discrete Manufacturing</a:t>
                      </a:r>
                      <a:endParaRPr lang="en-IN" sz="1800">
                        <a:solidFill>
                          <a:schemeClr val="tx2">
                            <a:lumMod val="50000"/>
                            <a:lumOff val="50000"/>
                          </a:schemeClr>
                        </a:solidFill>
                        <a:effectLst/>
                      </a:endParaRPr>
                    </a:p>
                  </a:txBody>
                  <a:tcPr marL="81826" marR="81826" marT="40913" marB="40913" anchor="ctr"/>
                </a:tc>
                <a:tc>
                  <a:txBody>
                    <a:bodyPr/>
                    <a:lstStyle/>
                    <a:p>
                      <a:pPr>
                        <a:buNone/>
                      </a:pPr>
                      <a:r>
                        <a:rPr lang="en-IN" sz="1800" b="1">
                          <a:solidFill>
                            <a:schemeClr val="tx2">
                              <a:lumMod val="50000"/>
                              <a:lumOff val="50000"/>
                            </a:schemeClr>
                          </a:solidFill>
                          <a:effectLst/>
                        </a:rPr>
                        <a:t>Process Manufacturing</a:t>
                      </a:r>
                      <a:endParaRPr lang="en-IN" sz="1800">
                        <a:solidFill>
                          <a:schemeClr val="tx2">
                            <a:lumMod val="50000"/>
                            <a:lumOff val="50000"/>
                          </a:schemeClr>
                        </a:solidFill>
                        <a:effectLst/>
                      </a:endParaRPr>
                    </a:p>
                  </a:txBody>
                  <a:tcPr marL="81826" marR="81826" marT="40913" marB="40913" anchor="ctr"/>
                </a:tc>
                <a:tc>
                  <a:txBody>
                    <a:bodyPr/>
                    <a:lstStyle/>
                    <a:p>
                      <a:pPr>
                        <a:buNone/>
                      </a:pPr>
                      <a:r>
                        <a:rPr lang="en-IN" sz="1800" b="1">
                          <a:solidFill>
                            <a:schemeClr val="tx2">
                              <a:lumMod val="50000"/>
                              <a:lumOff val="50000"/>
                            </a:schemeClr>
                          </a:solidFill>
                          <a:effectLst/>
                        </a:rPr>
                        <a:t>Repetitive Manufacturing (REM)</a:t>
                      </a:r>
                      <a:endParaRPr lang="en-IN" sz="1800">
                        <a:solidFill>
                          <a:schemeClr val="tx2">
                            <a:lumMod val="50000"/>
                            <a:lumOff val="50000"/>
                          </a:schemeClr>
                        </a:solidFill>
                        <a:effectLst/>
                      </a:endParaRPr>
                    </a:p>
                  </a:txBody>
                  <a:tcPr marL="81826" marR="81826" marT="40913" marB="40913" anchor="ctr"/>
                </a:tc>
                <a:extLst>
                  <a:ext uri="{0D108BD9-81ED-4DB2-BD59-A6C34878D82A}">
                    <a16:rowId xmlns:a16="http://schemas.microsoft.com/office/drawing/2014/main" val="403471348"/>
                  </a:ext>
                </a:extLst>
              </a:tr>
              <a:tr h="419827">
                <a:tc>
                  <a:txBody>
                    <a:bodyPr/>
                    <a:lstStyle/>
                    <a:p>
                      <a:pPr>
                        <a:buNone/>
                      </a:pPr>
                      <a:r>
                        <a:rPr lang="en-IN" sz="1400" b="1">
                          <a:effectLst/>
                        </a:rPr>
                        <a:t>Industry</a:t>
                      </a:r>
                      <a:endParaRPr lang="en-IN" sz="1400">
                        <a:effectLst/>
                      </a:endParaRPr>
                    </a:p>
                  </a:txBody>
                  <a:tcPr marL="81826" marR="81826" marT="40913" marB="40913" anchor="ctr"/>
                </a:tc>
                <a:tc>
                  <a:txBody>
                    <a:bodyPr/>
                    <a:lstStyle/>
                    <a:p>
                      <a:pPr>
                        <a:buNone/>
                      </a:pPr>
                      <a:r>
                        <a:rPr lang="en-IN" sz="1400">
                          <a:effectLst/>
                        </a:rPr>
                        <a:t>Automobile, Bicycle, Electronics</a:t>
                      </a:r>
                    </a:p>
                  </a:txBody>
                  <a:tcPr marL="81826" marR="81826" marT="40913" marB="40913" anchor="ctr"/>
                </a:tc>
                <a:tc>
                  <a:txBody>
                    <a:bodyPr/>
                    <a:lstStyle/>
                    <a:p>
                      <a:pPr>
                        <a:buNone/>
                      </a:pPr>
                      <a:r>
                        <a:rPr lang="en-IN" sz="1400">
                          <a:effectLst/>
                        </a:rPr>
                        <a:t>Chemical, Pharma, Paint, Food</a:t>
                      </a:r>
                    </a:p>
                  </a:txBody>
                  <a:tcPr marL="81826" marR="81826" marT="40913" marB="40913" anchor="ctr"/>
                </a:tc>
                <a:tc>
                  <a:txBody>
                    <a:bodyPr/>
                    <a:lstStyle/>
                    <a:p>
                      <a:pPr>
                        <a:buNone/>
                      </a:pPr>
                      <a:r>
                        <a:rPr lang="en-US" sz="1400">
                          <a:effectLst/>
                        </a:rPr>
                        <a:t>High-volume industries like TV, Bottles, Fasteners</a:t>
                      </a:r>
                    </a:p>
                  </a:txBody>
                  <a:tcPr marL="81826" marR="81826" marT="40913" marB="40913" anchor="ctr"/>
                </a:tc>
                <a:extLst>
                  <a:ext uri="{0D108BD9-81ED-4DB2-BD59-A6C34878D82A}">
                    <a16:rowId xmlns:a16="http://schemas.microsoft.com/office/drawing/2014/main" val="4065371210"/>
                  </a:ext>
                </a:extLst>
              </a:tr>
              <a:tr h="419827">
                <a:tc>
                  <a:txBody>
                    <a:bodyPr/>
                    <a:lstStyle/>
                    <a:p>
                      <a:pPr>
                        <a:buNone/>
                      </a:pPr>
                      <a:r>
                        <a:rPr lang="en-IN" sz="1400" b="1">
                          <a:effectLst/>
                        </a:rPr>
                        <a:t>Product Nature</a:t>
                      </a:r>
                      <a:endParaRPr lang="en-IN" sz="1400">
                        <a:effectLst/>
                      </a:endParaRPr>
                    </a:p>
                  </a:txBody>
                  <a:tcPr marL="81826" marR="81826" marT="40913" marB="40913" anchor="ctr"/>
                </a:tc>
                <a:tc>
                  <a:txBody>
                    <a:bodyPr/>
                    <a:lstStyle/>
                    <a:p>
                      <a:pPr>
                        <a:buNone/>
                      </a:pPr>
                      <a:r>
                        <a:rPr lang="en-IN" sz="1400">
                          <a:effectLst/>
                        </a:rPr>
                        <a:t>Countable items</a:t>
                      </a:r>
                    </a:p>
                  </a:txBody>
                  <a:tcPr marL="81826" marR="81826" marT="40913" marB="40913" anchor="ctr"/>
                </a:tc>
                <a:tc>
                  <a:txBody>
                    <a:bodyPr/>
                    <a:lstStyle/>
                    <a:p>
                      <a:pPr>
                        <a:buNone/>
                      </a:pPr>
                      <a:r>
                        <a:rPr lang="en-IN" sz="1400">
                          <a:effectLst/>
                        </a:rPr>
                        <a:t>Liquids / Powder / Batch-based</a:t>
                      </a:r>
                    </a:p>
                  </a:txBody>
                  <a:tcPr marL="81826" marR="81826" marT="40913" marB="40913" anchor="ctr"/>
                </a:tc>
                <a:tc>
                  <a:txBody>
                    <a:bodyPr/>
                    <a:lstStyle/>
                    <a:p>
                      <a:pPr>
                        <a:buNone/>
                      </a:pPr>
                      <a:r>
                        <a:rPr lang="en-IN" sz="1400">
                          <a:effectLst/>
                        </a:rPr>
                        <a:t>Repeated same product continuously</a:t>
                      </a:r>
                    </a:p>
                  </a:txBody>
                  <a:tcPr marL="81826" marR="81826" marT="40913" marB="40913" anchor="ctr"/>
                </a:tc>
                <a:extLst>
                  <a:ext uri="{0D108BD9-81ED-4DB2-BD59-A6C34878D82A}">
                    <a16:rowId xmlns:a16="http://schemas.microsoft.com/office/drawing/2014/main" val="2551683933"/>
                  </a:ext>
                </a:extLst>
              </a:tr>
              <a:tr h="419827">
                <a:tc>
                  <a:txBody>
                    <a:bodyPr/>
                    <a:lstStyle/>
                    <a:p>
                      <a:pPr>
                        <a:buNone/>
                      </a:pPr>
                      <a:r>
                        <a:rPr lang="en-IN" sz="1400" b="1">
                          <a:effectLst/>
                        </a:rPr>
                        <a:t>Order Type</a:t>
                      </a:r>
                      <a:endParaRPr lang="en-IN" sz="1400">
                        <a:effectLst/>
                      </a:endParaRPr>
                    </a:p>
                  </a:txBody>
                  <a:tcPr marL="81826" marR="81826" marT="40913" marB="40913" anchor="ctr"/>
                </a:tc>
                <a:tc>
                  <a:txBody>
                    <a:bodyPr/>
                    <a:lstStyle/>
                    <a:p>
                      <a:pPr>
                        <a:buNone/>
                      </a:pPr>
                      <a:r>
                        <a:rPr lang="en-IN" sz="1400" b="1">
                          <a:effectLst/>
                        </a:rPr>
                        <a:t>Production Order</a:t>
                      </a:r>
                      <a:endParaRPr lang="en-IN" sz="1400">
                        <a:effectLst/>
                      </a:endParaRPr>
                    </a:p>
                  </a:txBody>
                  <a:tcPr marL="81826" marR="81826" marT="40913" marB="40913" anchor="ctr"/>
                </a:tc>
                <a:tc>
                  <a:txBody>
                    <a:bodyPr/>
                    <a:lstStyle/>
                    <a:p>
                      <a:pPr>
                        <a:buNone/>
                      </a:pPr>
                      <a:r>
                        <a:rPr lang="en-IN" sz="1400" b="1">
                          <a:effectLst/>
                        </a:rPr>
                        <a:t>Process Order</a:t>
                      </a:r>
                      <a:endParaRPr lang="en-IN" sz="1400">
                        <a:effectLst/>
                      </a:endParaRPr>
                    </a:p>
                  </a:txBody>
                  <a:tcPr marL="81826" marR="81826" marT="40913" marB="40913" anchor="ctr"/>
                </a:tc>
                <a:tc>
                  <a:txBody>
                    <a:bodyPr/>
                    <a:lstStyle/>
                    <a:p>
                      <a:pPr>
                        <a:buNone/>
                      </a:pPr>
                      <a:r>
                        <a:rPr lang="en-US" sz="1400">
                          <a:effectLst/>
                        </a:rPr>
                        <a:t>No individual order; </a:t>
                      </a:r>
                      <a:r>
                        <a:rPr lang="en-US" sz="1400" b="1">
                          <a:effectLst/>
                        </a:rPr>
                        <a:t>Rate-based production</a:t>
                      </a:r>
                      <a:endParaRPr lang="en-US" sz="1400">
                        <a:effectLst/>
                      </a:endParaRPr>
                    </a:p>
                  </a:txBody>
                  <a:tcPr marL="81826" marR="81826" marT="40913" marB="40913" anchor="ctr"/>
                </a:tc>
                <a:extLst>
                  <a:ext uri="{0D108BD9-81ED-4DB2-BD59-A6C34878D82A}">
                    <a16:rowId xmlns:a16="http://schemas.microsoft.com/office/drawing/2014/main" val="1854480832"/>
                  </a:ext>
                </a:extLst>
              </a:tr>
              <a:tr h="419827">
                <a:tc>
                  <a:txBody>
                    <a:bodyPr/>
                    <a:lstStyle/>
                    <a:p>
                      <a:pPr>
                        <a:buNone/>
                      </a:pPr>
                      <a:r>
                        <a:rPr lang="en-IN" sz="1400" b="1">
                          <a:effectLst/>
                        </a:rPr>
                        <a:t>BOM Type</a:t>
                      </a:r>
                      <a:endParaRPr lang="en-IN" sz="1400">
                        <a:effectLst/>
                      </a:endParaRPr>
                    </a:p>
                  </a:txBody>
                  <a:tcPr marL="81826" marR="81826" marT="40913" marB="40913" anchor="ctr"/>
                </a:tc>
                <a:tc>
                  <a:txBody>
                    <a:bodyPr/>
                    <a:lstStyle/>
                    <a:p>
                      <a:pPr>
                        <a:buNone/>
                      </a:pPr>
                      <a:r>
                        <a:rPr lang="en-IN" sz="1400">
                          <a:effectLst/>
                        </a:rPr>
                        <a:t>Material BOM</a:t>
                      </a:r>
                    </a:p>
                  </a:txBody>
                  <a:tcPr marL="81826" marR="81826" marT="40913" marB="40913" anchor="ctr"/>
                </a:tc>
                <a:tc>
                  <a:txBody>
                    <a:bodyPr/>
                    <a:lstStyle/>
                    <a:p>
                      <a:pPr>
                        <a:buNone/>
                      </a:pPr>
                      <a:r>
                        <a:rPr lang="en-IN" sz="1400">
                          <a:effectLst/>
                        </a:rPr>
                        <a:t>Recipe/Formula BOM</a:t>
                      </a:r>
                    </a:p>
                  </a:txBody>
                  <a:tcPr marL="81826" marR="81826" marT="40913" marB="40913" anchor="ctr"/>
                </a:tc>
                <a:tc>
                  <a:txBody>
                    <a:bodyPr/>
                    <a:lstStyle/>
                    <a:p>
                      <a:pPr>
                        <a:buNone/>
                      </a:pPr>
                      <a:r>
                        <a:rPr lang="en-US" sz="1400">
                          <a:effectLst/>
                        </a:rPr>
                        <a:t>Production Version with Rate Routing</a:t>
                      </a:r>
                    </a:p>
                  </a:txBody>
                  <a:tcPr marL="81826" marR="81826" marT="40913" marB="40913" anchor="ctr"/>
                </a:tc>
                <a:extLst>
                  <a:ext uri="{0D108BD9-81ED-4DB2-BD59-A6C34878D82A}">
                    <a16:rowId xmlns:a16="http://schemas.microsoft.com/office/drawing/2014/main" val="680726707"/>
                  </a:ext>
                </a:extLst>
              </a:tr>
              <a:tr h="243689">
                <a:tc>
                  <a:txBody>
                    <a:bodyPr/>
                    <a:lstStyle/>
                    <a:p>
                      <a:pPr>
                        <a:buNone/>
                      </a:pPr>
                      <a:r>
                        <a:rPr lang="en-IN" sz="1400" b="1">
                          <a:effectLst/>
                        </a:rPr>
                        <a:t>Routing / Instructions</a:t>
                      </a:r>
                      <a:endParaRPr lang="en-IN" sz="1400">
                        <a:effectLst/>
                      </a:endParaRPr>
                    </a:p>
                  </a:txBody>
                  <a:tcPr marL="81826" marR="81826" marT="40913" marB="40913" anchor="ctr"/>
                </a:tc>
                <a:tc>
                  <a:txBody>
                    <a:bodyPr/>
                    <a:lstStyle/>
                    <a:p>
                      <a:pPr>
                        <a:buNone/>
                      </a:pPr>
                      <a:r>
                        <a:rPr lang="en-IN" sz="1400">
                          <a:effectLst/>
                        </a:rPr>
                        <a:t>Routing</a:t>
                      </a:r>
                    </a:p>
                  </a:txBody>
                  <a:tcPr marL="81826" marR="81826" marT="40913" marB="40913" anchor="ctr"/>
                </a:tc>
                <a:tc>
                  <a:txBody>
                    <a:bodyPr/>
                    <a:lstStyle/>
                    <a:p>
                      <a:pPr>
                        <a:buNone/>
                      </a:pPr>
                      <a:r>
                        <a:rPr lang="en-IN" sz="1400">
                          <a:effectLst/>
                        </a:rPr>
                        <a:t>Master Recipe</a:t>
                      </a:r>
                    </a:p>
                  </a:txBody>
                  <a:tcPr marL="81826" marR="81826" marT="40913" marB="40913" anchor="ctr"/>
                </a:tc>
                <a:tc>
                  <a:txBody>
                    <a:bodyPr/>
                    <a:lstStyle/>
                    <a:p>
                      <a:pPr>
                        <a:buNone/>
                      </a:pPr>
                      <a:r>
                        <a:rPr lang="en-IN" sz="1400">
                          <a:effectLst/>
                        </a:rPr>
                        <a:t>Rate Routing</a:t>
                      </a:r>
                    </a:p>
                  </a:txBody>
                  <a:tcPr marL="81826" marR="81826" marT="40913" marB="40913" anchor="ctr"/>
                </a:tc>
                <a:extLst>
                  <a:ext uri="{0D108BD9-81ED-4DB2-BD59-A6C34878D82A}">
                    <a16:rowId xmlns:a16="http://schemas.microsoft.com/office/drawing/2014/main" val="197388785"/>
                  </a:ext>
                </a:extLst>
              </a:tr>
              <a:tr h="419827">
                <a:tc>
                  <a:txBody>
                    <a:bodyPr/>
                    <a:lstStyle/>
                    <a:p>
                      <a:pPr>
                        <a:buNone/>
                      </a:pPr>
                      <a:r>
                        <a:rPr lang="en-IN" sz="1400" b="1">
                          <a:effectLst/>
                        </a:rPr>
                        <a:t>Batch Management</a:t>
                      </a:r>
                      <a:endParaRPr lang="en-IN" sz="1400">
                        <a:effectLst/>
                      </a:endParaRPr>
                    </a:p>
                  </a:txBody>
                  <a:tcPr marL="81826" marR="81826" marT="40913" marB="40913" anchor="ctr"/>
                </a:tc>
                <a:tc>
                  <a:txBody>
                    <a:bodyPr/>
                    <a:lstStyle/>
                    <a:p>
                      <a:pPr>
                        <a:buNone/>
                      </a:pPr>
                      <a:r>
                        <a:rPr lang="en-IN" sz="1400">
                          <a:effectLst/>
                        </a:rPr>
                        <a:t>Optional</a:t>
                      </a:r>
                    </a:p>
                  </a:txBody>
                  <a:tcPr marL="81826" marR="81826" marT="40913" marB="40913" anchor="ctr"/>
                </a:tc>
                <a:tc>
                  <a:txBody>
                    <a:bodyPr/>
                    <a:lstStyle/>
                    <a:p>
                      <a:pPr>
                        <a:buNone/>
                      </a:pPr>
                      <a:r>
                        <a:rPr lang="en-US" sz="1400" b="1">
                          <a:effectLst/>
                        </a:rPr>
                        <a:t>Mandatory</a:t>
                      </a:r>
                      <a:r>
                        <a:rPr lang="en-US" sz="1400">
                          <a:effectLst/>
                        </a:rPr>
                        <a:t> (required for batch traceability)</a:t>
                      </a:r>
                    </a:p>
                  </a:txBody>
                  <a:tcPr marL="81826" marR="81826" marT="40913" marB="40913" anchor="ctr"/>
                </a:tc>
                <a:tc>
                  <a:txBody>
                    <a:bodyPr/>
                    <a:lstStyle/>
                    <a:p>
                      <a:pPr>
                        <a:buNone/>
                      </a:pPr>
                      <a:r>
                        <a:rPr lang="en-IN" sz="1400">
                          <a:effectLst/>
                        </a:rPr>
                        <a:t>Usually not used</a:t>
                      </a:r>
                    </a:p>
                  </a:txBody>
                  <a:tcPr marL="81826" marR="81826" marT="40913" marB="40913" anchor="ctr"/>
                </a:tc>
                <a:extLst>
                  <a:ext uri="{0D108BD9-81ED-4DB2-BD59-A6C34878D82A}">
                    <a16:rowId xmlns:a16="http://schemas.microsoft.com/office/drawing/2014/main" val="365936941"/>
                  </a:ext>
                </a:extLst>
              </a:tr>
              <a:tr h="419827">
                <a:tc>
                  <a:txBody>
                    <a:bodyPr/>
                    <a:lstStyle/>
                    <a:p>
                      <a:pPr>
                        <a:buNone/>
                      </a:pPr>
                      <a:r>
                        <a:rPr lang="en-IN" sz="1400" b="1">
                          <a:effectLst/>
                        </a:rPr>
                        <a:t>Confirmation</a:t>
                      </a:r>
                      <a:endParaRPr lang="en-IN" sz="1400">
                        <a:effectLst/>
                      </a:endParaRPr>
                    </a:p>
                  </a:txBody>
                  <a:tcPr marL="81826" marR="81826" marT="40913" marB="40913" anchor="ctr"/>
                </a:tc>
                <a:tc>
                  <a:txBody>
                    <a:bodyPr/>
                    <a:lstStyle/>
                    <a:p>
                      <a:pPr>
                        <a:buNone/>
                      </a:pPr>
                      <a:r>
                        <a:rPr lang="en-IN" sz="1400">
                          <a:effectLst/>
                        </a:rPr>
                        <a:t>Order-wise confirmation</a:t>
                      </a:r>
                    </a:p>
                  </a:txBody>
                  <a:tcPr marL="81826" marR="81826" marT="40913" marB="40913" anchor="ctr"/>
                </a:tc>
                <a:tc>
                  <a:txBody>
                    <a:bodyPr/>
                    <a:lstStyle/>
                    <a:p>
                      <a:pPr>
                        <a:buNone/>
                      </a:pPr>
                      <a:r>
                        <a:rPr lang="en-IN" sz="1400">
                          <a:effectLst/>
                        </a:rPr>
                        <a:t>Phase-wise confirmation</a:t>
                      </a:r>
                    </a:p>
                  </a:txBody>
                  <a:tcPr marL="81826" marR="81826" marT="40913" marB="40913" anchor="ctr"/>
                </a:tc>
                <a:tc>
                  <a:txBody>
                    <a:bodyPr/>
                    <a:lstStyle/>
                    <a:p>
                      <a:pPr>
                        <a:buNone/>
                      </a:pPr>
                      <a:r>
                        <a:rPr lang="en-IN" sz="1400">
                          <a:effectLst/>
                        </a:rPr>
                        <a:t>Backflush-based; minimal confirmations</a:t>
                      </a:r>
                    </a:p>
                  </a:txBody>
                  <a:tcPr marL="81826" marR="81826" marT="40913" marB="40913" anchor="ctr"/>
                </a:tc>
                <a:extLst>
                  <a:ext uri="{0D108BD9-81ED-4DB2-BD59-A6C34878D82A}">
                    <a16:rowId xmlns:a16="http://schemas.microsoft.com/office/drawing/2014/main" val="3130427424"/>
                  </a:ext>
                </a:extLst>
              </a:tr>
              <a:tr h="419827">
                <a:tc>
                  <a:txBody>
                    <a:bodyPr/>
                    <a:lstStyle/>
                    <a:p>
                      <a:pPr>
                        <a:buNone/>
                      </a:pPr>
                      <a:r>
                        <a:rPr lang="en-IN" sz="1400" b="1">
                          <a:effectLst/>
                        </a:rPr>
                        <a:t>Costing Method</a:t>
                      </a:r>
                      <a:endParaRPr lang="en-IN" sz="1400">
                        <a:effectLst/>
                      </a:endParaRPr>
                    </a:p>
                  </a:txBody>
                  <a:tcPr marL="81826" marR="81826" marT="40913" marB="40913" anchor="ctr"/>
                </a:tc>
                <a:tc>
                  <a:txBody>
                    <a:bodyPr/>
                    <a:lstStyle/>
                    <a:p>
                      <a:pPr>
                        <a:buNone/>
                      </a:pPr>
                      <a:r>
                        <a:rPr lang="en-IN" sz="1400">
                          <a:effectLst/>
                        </a:rPr>
                        <a:t>Order-based costing</a:t>
                      </a:r>
                    </a:p>
                  </a:txBody>
                  <a:tcPr marL="81826" marR="81826" marT="40913" marB="40913" anchor="ctr"/>
                </a:tc>
                <a:tc>
                  <a:txBody>
                    <a:bodyPr/>
                    <a:lstStyle/>
                    <a:p>
                      <a:pPr>
                        <a:buNone/>
                      </a:pPr>
                      <a:r>
                        <a:rPr lang="en-IN" sz="1400">
                          <a:effectLst/>
                        </a:rPr>
                        <a:t>Order costing + Co-product costing</a:t>
                      </a:r>
                    </a:p>
                  </a:txBody>
                  <a:tcPr marL="81826" marR="81826" marT="40913" marB="40913" anchor="ctr"/>
                </a:tc>
                <a:tc>
                  <a:txBody>
                    <a:bodyPr/>
                    <a:lstStyle/>
                    <a:p>
                      <a:pPr>
                        <a:buNone/>
                      </a:pPr>
                      <a:r>
                        <a:rPr lang="en-IN" sz="1400" b="1">
                          <a:effectLst/>
                        </a:rPr>
                        <a:t>Period-based costing</a:t>
                      </a:r>
                      <a:endParaRPr lang="en-IN" sz="1400">
                        <a:effectLst/>
                      </a:endParaRPr>
                    </a:p>
                  </a:txBody>
                  <a:tcPr marL="81826" marR="81826" marT="40913" marB="40913" anchor="ctr"/>
                </a:tc>
                <a:extLst>
                  <a:ext uri="{0D108BD9-81ED-4DB2-BD59-A6C34878D82A}">
                    <a16:rowId xmlns:a16="http://schemas.microsoft.com/office/drawing/2014/main" val="1767346215"/>
                  </a:ext>
                </a:extLst>
              </a:tr>
              <a:tr h="348055">
                <a:tc>
                  <a:txBody>
                    <a:bodyPr/>
                    <a:lstStyle/>
                    <a:p>
                      <a:pPr>
                        <a:buNone/>
                      </a:pPr>
                      <a:r>
                        <a:rPr lang="en-IN" sz="1400" b="1">
                          <a:effectLst/>
                        </a:rPr>
                        <a:t>Product Variability</a:t>
                      </a:r>
                      <a:endParaRPr lang="en-IN" sz="1400">
                        <a:effectLst/>
                      </a:endParaRPr>
                    </a:p>
                  </a:txBody>
                  <a:tcPr marL="81826" marR="81826" marT="40913" marB="40913" anchor="ctr"/>
                </a:tc>
                <a:tc>
                  <a:txBody>
                    <a:bodyPr/>
                    <a:lstStyle/>
                    <a:p>
                      <a:pPr>
                        <a:buNone/>
                      </a:pPr>
                      <a:r>
                        <a:rPr lang="en-IN" sz="1400">
                          <a:effectLst/>
                        </a:rPr>
                        <a:t>High — models, variants change</a:t>
                      </a:r>
                    </a:p>
                  </a:txBody>
                  <a:tcPr marL="81826" marR="81826" marT="40913" marB="40913" anchor="ctr"/>
                </a:tc>
                <a:tc>
                  <a:txBody>
                    <a:bodyPr/>
                    <a:lstStyle/>
                    <a:p>
                      <a:pPr>
                        <a:buNone/>
                      </a:pPr>
                      <a:r>
                        <a:rPr lang="en-IN" sz="1400">
                          <a:effectLst/>
                        </a:rPr>
                        <a:t>Specific formulation-based</a:t>
                      </a:r>
                    </a:p>
                  </a:txBody>
                  <a:tcPr marL="81826" marR="81826" marT="40913" marB="40913" anchor="ctr"/>
                </a:tc>
                <a:tc>
                  <a:txBody>
                    <a:bodyPr/>
                    <a:lstStyle/>
                    <a:p>
                      <a:pPr>
                        <a:buNone/>
                      </a:pPr>
                      <a:r>
                        <a:rPr lang="en-IN" sz="1400">
                          <a:effectLst/>
                        </a:rPr>
                        <a:t>Low — stable, repeated products</a:t>
                      </a:r>
                    </a:p>
                  </a:txBody>
                  <a:tcPr marL="81826" marR="81826" marT="40913" marB="40913" anchor="ctr"/>
                </a:tc>
                <a:extLst>
                  <a:ext uri="{0D108BD9-81ED-4DB2-BD59-A6C34878D82A}">
                    <a16:rowId xmlns:a16="http://schemas.microsoft.com/office/drawing/2014/main" val="173880177"/>
                  </a:ext>
                </a:extLst>
              </a:tr>
              <a:tr h="348055">
                <a:tc>
                  <a:txBody>
                    <a:bodyPr/>
                    <a:lstStyle/>
                    <a:p>
                      <a:pPr>
                        <a:buNone/>
                      </a:pPr>
                      <a:r>
                        <a:rPr lang="en-IN" sz="1400" b="1">
                          <a:effectLst/>
                        </a:rPr>
                        <a:t>Production Flow</a:t>
                      </a:r>
                      <a:endParaRPr lang="en-IN" sz="1400">
                        <a:effectLst/>
                      </a:endParaRPr>
                    </a:p>
                  </a:txBody>
                  <a:tcPr marL="81826" marR="81826" marT="40913" marB="40913" anchor="ctr"/>
                </a:tc>
                <a:tc>
                  <a:txBody>
                    <a:bodyPr/>
                    <a:lstStyle/>
                    <a:p>
                      <a:pPr>
                        <a:buNone/>
                      </a:pPr>
                      <a:r>
                        <a:rPr lang="en-IN" sz="1400">
                          <a:effectLst/>
                        </a:rPr>
                        <a:t>Starts/ends per order</a:t>
                      </a:r>
                    </a:p>
                  </a:txBody>
                  <a:tcPr marL="81826" marR="81826" marT="40913" marB="40913" anchor="ctr"/>
                </a:tc>
                <a:tc>
                  <a:txBody>
                    <a:bodyPr/>
                    <a:lstStyle/>
                    <a:p>
                      <a:pPr>
                        <a:buNone/>
                      </a:pPr>
                      <a:r>
                        <a:rPr lang="en-IN" sz="1400">
                          <a:effectLst/>
                        </a:rPr>
                        <a:t>Continuous or batch process</a:t>
                      </a:r>
                    </a:p>
                  </a:txBody>
                  <a:tcPr marL="81826" marR="81826" marT="40913" marB="40913" anchor="ctr"/>
                </a:tc>
                <a:tc>
                  <a:txBody>
                    <a:bodyPr/>
                    <a:lstStyle/>
                    <a:p>
                      <a:pPr>
                        <a:buNone/>
                      </a:pPr>
                      <a:r>
                        <a:rPr lang="en-IN" sz="1400">
                          <a:effectLst/>
                        </a:rPr>
                        <a:t>Continuous, long-run production</a:t>
                      </a:r>
                    </a:p>
                  </a:txBody>
                  <a:tcPr marL="81826" marR="81826" marT="40913" marB="40913" anchor="ctr"/>
                </a:tc>
                <a:extLst>
                  <a:ext uri="{0D108BD9-81ED-4DB2-BD59-A6C34878D82A}">
                    <a16:rowId xmlns:a16="http://schemas.microsoft.com/office/drawing/2014/main" val="4289489320"/>
                  </a:ext>
                </a:extLst>
              </a:tr>
              <a:tr h="419827">
                <a:tc>
                  <a:txBody>
                    <a:bodyPr/>
                    <a:lstStyle/>
                    <a:p>
                      <a:pPr>
                        <a:buNone/>
                      </a:pPr>
                      <a:r>
                        <a:rPr lang="en-IN" sz="1400" b="1">
                          <a:effectLst/>
                        </a:rPr>
                        <a:t>Use Case</a:t>
                      </a:r>
                      <a:endParaRPr lang="en-IN" sz="1400">
                        <a:effectLst/>
                      </a:endParaRPr>
                    </a:p>
                  </a:txBody>
                  <a:tcPr marL="81826" marR="81826" marT="40913" marB="40913" anchor="ctr"/>
                </a:tc>
                <a:tc>
                  <a:txBody>
                    <a:bodyPr/>
                    <a:lstStyle/>
                    <a:p>
                      <a:pPr>
                        <a:buNone/>
                      </a:pPr>
                      <a:r>
                        <a:rPr lang="en-IN" sz="1400">
                          <a:effectLst/>
                        </a:rPr>
                        <a:t>Cars, machinery, appliances</a:t>
                      </a:r>
                    </a:p>
                  </a:txBody>
                  <a:tcPr marL="81826" marR="81826" marT="40913" marB="40913" anchor="ctr"/>
                </a:tc>
                <a:tc>
                  <a:txBody>
                    <a:bodyPr/>
                    <a:lstStyle/>
                    <a:p>
                      <a:pPr>
                        <a:buNone/>
                      </a:pPr>
                      <a:r>
                        <a:rPr lang="en-IN" sz="1400">
                          <a:effectLst/>
                        </a:rPr>
                        <a:t>Drugs, beverages, chemicals</a:t>
                      </a:r>
                    </a:p>
                  </a:txBody>
                  <a:tcPr marL="81826" marR="81826" marT="40913" marB="40913" anchor="ctr"/>
                </a:tc>
                <a:tc>
                  <a:txBody>
                    <a:bodyPr/>
                    <a:lstStyle/>
                    <a:p>
                      <a:pPr>
                        <a:buNone/>
                      </a:pPr>
                      <a:r>
                        <a:rPr lang="en-US" sz="1400">
                          <a:effectLst/>
                        </a:rPr>
                        <a:t>Nuts, bolts, plastic bottles, consumer goods</a:t>
                      </a:r>
                    </a:p>
                  </a:txBody>
                  <a:tcPr marL="81826" marR="81826" marT="40913" marB="40913" anchor="ctr"/>
                </a:tc>
                <a:extLst>
                  <a:ext uri="{0D108BD9-81ED-4DB2-BD59-A6C34878D82A}">
                    <a16:rowId xmlns:a16="http://schemas.microsoft.com/office/drawing/2014/main" val="1464590284"/>
                  </a:ext>
                </a:extLst>
              </a:tr>
            </a:tbl>
          </a:graphicData>
        </a:graphic>
      </p:graphicFrame>
    </p:spTree>
    <p:extLst>
      <p:ext uri="{BB962C8B-B14F-4D97-AF65-F5344CB8AC3E}">
        <p14:creationId xmlns:p14="http://schemas.microsoft.com/office/powerpoint/2010/main" val="2531318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13BD-D9A3-1EEB-A711-7D8E275CDEE3}"/>
              </a:ext>
            </a:extLst>
          </p:cNvPr>
          <p:cNvSpPr>
            <a:spLocks noGrp="1"/>
          </p:cNvSpPr>
          <p:nvPr>
            <p:ph type="title"/>
          </p:nvPr>
        </p:nvSpPr>
        <p:spPr>
          <a:xfrm>
            <a:off x="457200" y="457200"/>
            <a:ext cx="11277600" cy="498598"/>
          </a:xfrm>
        </p:spPr>
        <p:txBody>
          <a:bodyPr/>
          <a:lstStyle/>
          <a:p>
            <a:r>
              <a:rPr lang="en-US" sz="3600" u="sng">
                <a:solidFill>
                  <a:srgbClr val="C00000"/>
                </a:solidFill>
                <a:cs typeface="Arial"/>
              </a:rPr>
              <a:t>Bicycle Variants</a:t>
            </a:r>
            <a:endParaRPr lang="en-US" sz="3600" u="sng">
              <a:solidFill>
                <a:srgbClr val="C00000"/>
              </a:solidFill>
            </a:endParaRPr>
          </a:p>
        </p:txBody>
      </p:sp>
      <p:sp>
        <p:nvSpPr>
          <p:cNvPr id="3" name="Date Placeholder 2">
            <a:extLst>
              <a:ext uri="{FF2B5EF4-FFF2-40B4-BE49-F238E27FC236}">
                <a16:creationId xmlns:a16="http://schemas.microsoft.com/office/drawing/2014/main" id="{65B08C1D-6868-E149-3C19-2BE52F1E83D3}"/>
              </a:ext>
            </a:extLst>
          </p:cNvPr>
          <p:cNvSpPr>
            <a:spLocks noGrp="1"/>
          </p:cNvSpPr>
          <p:nvPr>
            <p:ph type="dt" sz="half" idx="10"/>
          </p:nvPr>
        </p:nvSpPr>
        <p:spPr/>
        <p:txBody>
          <a:bodyPr/>
          <a:lstStyle/>
          <a:p>
            <a:fld id="{56E818BD-3E69-407F-9C3D-C11541A4D3B3}" type="datetime1">
              <a:rPr lang="en-US" smtClean="0"/>
              <a:t>2/24/2026</a:t>
            </a:fld>
            <a:endParaRPr lang="en-US"/>
          </a:p>
        </p:txBody>
      </p:sp>
      <p:sp>
        <p:nvSpPr>
          <p:cNvPr id="4" name="Footer Placeholder 3">
            <a:extLst>
              <a:ext uri="{FF2B5EF4-FFF2-40B4-BE49-F238E27FC236}">
                <a16:creationId xmlns:a16="http://schemas.microsoft.com/office/drawing/2014/main" id="{A21A7FDB-F989-0E38-E25A-9B0F74491D3C}"/>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2E3F7DF6-71F1-72AB-CBB0-CC18B34F12EA}"/>
              </a:ext>
            </a:extLst>
          </p:cNvPr>
          <p:cNvSpPr>
            <a:spLocks noGrp="1"/>
          </p:cNvSpPr>
          <p:nvPr>
            <p:ph type="sldNum" sz="quarter" idx="12"/>
          </p:nvPr>
        </p:nvSpPr>
        <p:spPr/>
        <p:txBody>
          <a:bodyPr/>
          <a:lstStyle/>
          <a:p>
            <a:fld id="{38826FC0-333C-E549-9FA3-0EE43DF298A3}" type="slidenum">
              <a:rPr lang="en-US" smtClean="0"/>
              <a:pPr/>
              <a:t>16</a:t>
            </a:fld>
            <a:endParaRPr lang="en-US"/>
          </a:p>
        </p:txBody>
      </p:sp>
      <p:sp>
        <p:nvSpPr>
          <p:cNvPr id="7" name="TextBox 6">
            <a:extLst>
              <a:ext uri="{FF2B5EF4-FFF2-40B4-BE49-F238E27FC236}">
                <a16:creationId xmlns:a16="http://schemas.microsoft.com/office/drawing/2014/main" id="{D6A4FC8C-7DBA-81BB-124C-BF8A09BD64B9}"/>
              </a:ext>
            </a:extLst>
          </p:cNvPr>
          <p:cNvSpPr txBox="1"/>
          <p:nvPr/>
        </p:nvSpPr>
        <p:spPr>
          <a:xfrm>
            <a:off x="458707" y="951835"/>
            <a:ext cx="10325826" cy="599907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lnSpc>
                <a:spcPct val="110000"/>
              </a:lnSpc>
              <a:spcBef>
                <a:spcPts val="600"/>
              </a:spcBef>
              <a:buAutoNum type="arabicPeriod"/>
            </a:pPr>
            <a:r>
              <a:rPr lang="en-US" sz="2000">
                <a:cs typeface="Arial"/>
              </a:rPr>
              <a:t>Based on Power Type</a:t>
            </a:r>
          </a:p>
          <a:p>
            <a:pPr marL="800100" lvl="1" indent="-342900">
              <a:lnSpc>
                <a:spcPct val="110000"/>
              </a:lnSpc>
              <a:spcBef>
                <a:spcPts val="600"/>
              </a:spcBef>
              <a:buFont typeface="Courier New"/>
              <a:buChar char="o"/>
            </a:pPr>
            <a:r>
              <a:rPr lang="en-US" sz="2000">
                <a:cs typeface="Arial"/>
              </a:rPr>
              <a:t>Manual Bicycle</a:t>
            </a:r>
          </a:p>
          <a:p>
            <a:pPr marL="800100" lvl="1" indent="-342900">
              <a:lnSpc>
                <a:spcPct val="110000"/>
              </a:lnSpc>
              <a:spcBef>
                <a:spcPts val="600"/>
              </a:spcBef>
              <a:buFont typeface="Courier New"/>
              <a:buChar char="o"/>
            </a:pPr>
            <a:r>
              <a:rPr lang="en-US" sz="2000">
                <a:cs typeface="Arial"/>
              </a:rPr>
              <a:t>Electric Bicycle (E-Bike)</a:t>
            </a:r>
          </a:p>
          <a:p>
            <a:pPr marL="342900" indent="-342900">
              <a:lnSpc>
                <a:spcPct val="110000"/>
              </a:lnSpc>
              <a:spcBef>
                <a:spcPts val="600"/>
              </a:spcBef>
              <a:buAutoNum type="arabicPeriod"/>
            </a:pPr>
            <a:r>
              <a:rPr lang="en-US" sz="2000">
                <a:cs typeface="Arial"/>
              </a:rPr>
              <a:t>Based on Gear System</a:t>
            </a:r>
          </a:p>
          <a:p>
            <a:pPr marL="800100" lvl="1" indent="-342900">
              <a:lnSpc>
                <a:spcPct val="110000"/>
              </a:lnSpc>
              <a:spcBef>
                <a:spcPts val="600"/>
              </a:spcBef>
              <a:buFont typeface="Courier New"/>
              <a:buChar char="o"/>
            </a:pPr>
            <a:r>
              <a:rPr lang="en-US" sz="2000">
                <a:cs typeface="Arial"/>
              </a:rPr>
              <a:t>Non-Geared</a:t>
            </a:r>
          </a:p>
          <a:p>
            <a:pPr marL="800100" lvl="1" indent="-342900">
              <a:lnSpc>
                <a:spcPct val="110000"/>
              </a:lnSpc>
              <a:spcBef>
                <a:spcPts val="600"/>
              </a:spcBef>
              <a:buFont typeface="Courier New"/>
              <a:buChar char="o"/>
            </a:pPr>
            <a:r>
              <a:rPr lang="en-US" sz="2000">
                <a:cs typeface="Arial"/>
              </a:rPr>
              <a:t>Geared</a:t>
            </a:r>
          </a:p>
          <a:p>
            <a:pPr marL="342900" indent="-342900">
              <a:lnSpc>
                <a:spcPct val="110000"/>
              </a:lnSpc>
              <a:spcBef>
                <a:spcPts val="600"/>
              </a:spcBef>
              <a:buAutoNum type="arabicPeriod"/>
            </a:pPr>
            <a:r>
              <a:rPr lang="en-US" sz="2000">
                <a:cs typeface="Arial"/>
              </a:rPr>
              <a:t>Brake System</a:t>
            </a:r>
          </a:p>
          <a:p>
            <a:pPr marL="800100" lvl="1" indent="-342900">
              <a:lnSpc>
                <a:spcPct val="110000"/>
              </a:lnSpc>
              <a:spcBef>
                <a:spcPts val="600"/>
              </a:spcBef>
              <a:buFont typeface="Courier New"/>
              <a:buChar char="o"/>
            </a:pPr>
            <a:r>
              <a:rPr lang="en-US" sz="2000">
                <a:cs typeface="Arial"/>
              </a:rPr>
              <a:t>Rod </a:t>
            </a:r>
          </a:p>
          <a:p>
            <a:pPr marL="800100" lvl="1" indent="-342900">
              <a:lnSpc>
                <a:spcPct val="110000"/>
              </a:lnSpc>
              <a:spcBef>
                <a:spcPts val="600"/>
              </a:spcBef>
              <a:buFont typeface="Courier New"/>
              <a:buChar char="o"/>
            </a:pPr>
            <a:r>
              <a:rPr lang="en-US" sz="2000">
                <a:cs typeface="Arial"/>
              </a:rPr>
              <a:t>V-Brake</a:t>
            </a:r>
          </a:p>
          <a:p>
            <a:pPr marL="800100" lvl="1" indent="-342900">
              <a:lnSpc>
                <a:spcPct val="110000"/>
              </a:lnSpc>
              <a:spcBef>
                <a:spcPts val="600"/>
              </a:spcBef>
              <a:buFont typeface="Courier New"/>
              <a:buChar char="o"/>
            </a:pPr>
            <a:r>
              <a:rPr lang="en-US" sz="2000">
                <a:cs typeface="Arial"/>
              </a:rPr>
              <a:t>Disc</a:t>
            </a:r>
          </a:p>
          <a:p>
            <a:pPr marL="342900" indent="-342900">
              <a:lnSpc>
                <a:spcPct val="110000"/>
              </a:lnSpc>
              <a:spcBef>
                <a:spcPts val="600"/>
              </a:spcBef>
              <a:buAutoNum type="arabicPeriod"/>
            </a:pPr>
            <a:r>
              <a:rPr lang="en-US" sz="2000">
                <a:cs typeface="Arial"/>
              </a:rPr>
              <a:t>Frame Type</a:t>
            </a:r>
          </a:p>
          <a:p>
            <a:pPr marL="800100" lvl="1" indent="-342900">
              <a:lnSpc>
                <a:spcPct val="110000"/>
              </a:lnSpc>
              <a:spcBef>
                <a:spcPts val="600"/>
              </a:spcBef>
              <a:buFont typeface="Courier New"/>
              <a:buChar char="o"/>
            </a:pPr>
            <a:r>
              <a:rPr lang="en-US" sz="2000">
                <a:cs typeface="Arial"/>
              </a:rPr>
              <a:t>Steel</a:t>
            </a:r>
          </a:p>
          <a:p>
            <a:pPr marL="800100" lvl="1" indent="-342900">
              <a:lnSpc>
                <a:spcPct val="110000"/>
              </a:lnSpc>
              <a:spcBef>
                <a:spcPts val="600"/>
              </a:spcBef>
              <a:buFont typeface="Courier New"/>
              <a:buChar char="o"/>
            </a:pPr>
            <a:r>
              <a:rPr lang="en-US" sz="2000">
                <a:cs typeface="Arial"/>
              </a:rPr>
              <a:t>Aluminum</a:t>
            </a:r>
          </a:p>
          <a:p>
            <a:pPr marL="800100" lvl="1" indent="-342900">
              <a:lnSpc>
                <a:spcPct val="110000"/>
              </a:lnSpc>
              <a:spcBef>
                <a:spcPts val="600"/>
              </a:spcBef>
              <a:buFont typeface="Courier New"/>
              <a:buChar char="o"/>
            </a:pPr>
            <a:endParaRPr lang="en-US" sz="1600">
              <a:cs typeface="Arial"/>
            </a:endParaRPr>
          </a:p>
          <a:p>
            <a:pPr marL="342900" indent="-342900">
              <a:lnSpc>
                <a:spcPct val="110000"/>
              </a:lnSpc>
              <a:spcBef>
                <a:spcPts val="600"/>
              </a:spcBef>
              <a:buAutoNum type="arabicPeriod"/>
            </a:pPr>
            <a:endParaRPr lang="en-US" sz="1600">
              <a:cs typeface="Arial"/>
            </a:endParaRPr>
          </a:p>
        </p:txBody>
      </p:sp>
    </p:spTree>
    <p:extLst>
      <p:ext uri="{BB962C8B-B14F-4D97-AF65-F5344CB8AC3E}">
        <p14:creationId xmlns:p14="http://schemas.microsoft.com/office/powerpoint/2010/main" val="3185481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A232B-E8AF-CCAE-6E25-25485885AF46}"/>
              </a:ext>
            </a:extLst>
          </p:cNvPr>
          <p:cNvSpPr>
            <a:spLocks noGrp="1"/>
          </p:cNvSpPr>
          <p:nvPr>
            <p:ph type="title"/>
          </p:nvPr>
        </p:nvSpPr>
        <p:spPr>
          <a:xfrm>
            <a:off x="457200" y="314325"/>
            <a:ext cx="7338771" cy="830997"/>
          </a:xfrm>
        </p:spPr>
        <p:txBody>
          <a:bodyPr/>
          <a:lstStyle/>
          <a:p>
            <a:r>
              <a:rPr lang="en-US" sz="3600" u="sng">
                <a:solidFill>
                  <a:srgbClr val="C00000"/>
                </a:solidFill>
                <a:cs typeface="Arial"/>
              </a:rPr>
              <a:t>MASTER DATA USED IN PRODUCTION PLANNING</a:t>
            </a:r>
            <a:endParaRPr lang="en-US" sz="3600">
              <a:solidFill>
                <a:srgbClr val="C00000"/>
              </a:solidFill>
              <a:cs typeface="Arial"/>
            </a:endParaRPr>
          </a:p>
          <a:p>
            <a:endParaRPr lang="en-US">
              <a:cs typeface="Arial"/>
            </a:endParaRPr>
          </a:p>
        </p:txBody>
      </p:sp>
      <p:sp>
        <p:nvSpPr>
          <p:cNvPr id="3" name="Content Placeholder 2">
            <a:extLst>
              <a:ext uri="{FF2B5EF4-FFF2-40B4-BE49-F238E27FC236}">
                <a16:creationId xmlns:a16="http://schemas.microsoft.com/office/drawing/2014/main" id="{486D608B-2C00-33BD-9F38-D3B086BFDA89}"/>
              </a:ext>
            </a:extLst>
          </p:cNvPr>
          <p:cNvSpPr>
            <a:spLocks noGrp="1"/>
          </p:cNvSpPr>
          <p:nvPr>
            <p:ph idx="1"/>
          </p:nvPr>
        </p:nvSpPr>
        <p:spPr>
          <a:xfrm>
            <a:off x="457200" y="1714500"/>
            <a:ext cx="7518400" cy="4663440"/>
          </a:xfrm>
        </p:spPr>
        <p:txBody>
          <a:bodyPr vert="horz" lIns="0" tIns="0" rIns="0" bIns="0" rtlCol="0" anchor="t">
            <a:noAutofit/>
          </a:bodyPr>
          <a:lstStyle/>
          <a:p>
            <a:r>
              <a:rPr lang="en-US" sz="4000">
                <a:solidFill>
                  <a:schemeClr val="accent2"/>
                </a:solidFill>
                <a:cs typeface="Arial"/>
              </a:rPr>
              <a:t> </a:t>
            </a:r>
            <a:r>
              <a:rPr lang="en-US" sz="3600">
                <a:solidFill>
                  <a:schemeClr val="accent1"/>
                </a:solidFill>
                <a:cs typeface="Arial"/>
              </a:rPr>
              <a:t>MATERIAL MASTER</a:t>
            </a:r>
          </a:p>
          <a:p>
            <a:r>
              <a:rPr lang="en-US" sz="3600">
                <a:solidFill>
                  <a:schemeClr val="accent1"/>
                </a:solidFill>
                <a:cs typeface="Arial"/>
              </a:rPr>
              <a:t> BOM</a:t>
            </a:r>
          </a:p>
          <a:p>
            <a:r>
              <a:rPr lang="en-US" sz="3600">
                <a:solidFill>
                  <a:schemeClr val="accent1"/>
                </a:solidFill>
                <a:cs typeface="Arial"/>
              </a:rPr>
              <a:t> ROUTING</a:t>
            </a:r>
          </a:p>
          <a:p>
            <a:r>
              <a:rPr lang="en-US" sz="3600">
                <a:solidFill>
                  <a:schemeClr val="accent1"/>
                </a:solidFill>
                <a:cs typeface="Arial"/>
              </a:rPr>
              <a:t> WORK CENTER</a:t>
            </a:r>
          </a:p>
          <a:p>
            <a:r>
              <a:rPr lang="en-US" sz="3600">
                <a:solidFill>
                  <a:schemeClr val="accent1"/>
                </a:solidFill>
                <a:cs typeface="Arial"/>
              </a:rPr>
              <a:t> PRODUCTION VERSION</a:t>
            </a:r>
          </a:p>
          <a:p>
            <a:endParaRPr lang="en-US" sz="2400">
              <a:cs typeface="Arial"/>
            </a:endParaRPr>
          </a:p>
        </p:txBody>
      </p:sp>
      <p:sp>
        <p:nvSpPr>
          <p:cNvPr id="4" name="Date Placeholder 3">
            <a:extLst>
              <a:ext uri="{FF2B5EF4-FFF2-40B4-BE49-F238E27FC236}">
                <a16:creationId xmlns:a16="http://schemas.microsoft.com/office/drawing/2014/main" id="{03FE69DA-7193-EE6D-A9A4-A9F5C177A7CF}"/>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22425928-6CB6-4928-17C8-484A3F7BD7DD}"/>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2D1EF11B-7BE3-0F7D-BE72-EAB67063B4E9}"/>
              </a:ext>
            </a:extLst>
          </p:cNvPr>
          <p:cNvSpPr>
            <a:spLocks noGrp="1"/>
          </p:cNvSpPr>
          <p:nvPr>
            <p:ph type="sldNum" sz="quarter" idx="12"/>
          </p:nvPr>
        </p:nvSpPr>
        <p:spPr/>
        <p:txBody>
          <a:bodyPr/>
          <a:lstStyle/>
          <a:p>
            <a:fld id="{38826FC0-333C-E549-9FA3-0EE43DF298A3}" type="slidenum">
              <a:rPr lang="en-US" smtClean="0"/>
              <a:pPr/>
              <a:t>17</a:t>
            </a:fld>
            <a:endParaRPr lang="en-US"/>
          </a:p>
        </p:txBody>
      </p:sp>
      <p:pic>
        <p:nvPicPr>
          <p:cNvPr id="7" name="Picture 6" descr="A diagram of a work center&#10;&#10;AI-generated content may be incorrect.">
            <a:extLst>
              <a:ext uri="{FF2B5EF4-FFF2-40B4-BE49-F238E27FC236}">
                <a16:creationId xmlns:a16="http://schemas.microsoft.com/office/drawing/2014/main" id="{1C8E958F-EE09-CDC0-DE69-26BE1A5105D4}"/>
              </a:ext>
            </a:extLst>
          </p:cNvPr>
          <p:cNvPicPr>
            <a:picLocks noChangeAspect="1"/>
          </p:cNvPicPr>
          <p:nvPr/>
        </p:nvPicPr>
        <p:blipFill>
          <a:blip r:embed="rId2"/>
          <a:stretch>
            <a:fillRect/>
          </a:stretch>
        </p:blipFill>
        <p:spPr>
          <a:xfrm>
            <a:off x="7620000" y="0"/>
            <a:ext cx="4572000" cy="6858000"/>
          </a:xfrm>
          <a:prstGeom prst="rect">
            <a:avLst/>
          </a:prstGeom>
        </p:spPr>
      </p:pic>
    </p:spTree>
    <p:extLst>
      <p:ext uri="{BB962C8B-B14F-4D97-AF65-F5344CB8AC3E}">
        <p14:creationId xmlns:p14="http://schemas.microsoft.com/office/powerpoint/2010/main" val="145780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DE4B0-5CAF-06F5-BD18-0BDE47FCF174}"/>
              </a:ext>
            </a:extLst>
          </p:cNvPr>
          <p:cNvSpPr>
            <a:spLocks noGrp="1"/>
          </p:cNvSpPr>
          <p:nvPr>
            <p:ph type="title"/>
          </p:nvPr>
        </p:nvSpPr>
        <p:spPr>
          <a:xfrm>
            <a:off x="457200" y="457200"/>
            <a:ext cx="11277600" cy="498598"/>
          </a:xfrm>
        </p:spPr>
        <p:txBody>
          <a:bodyPr/>
          <a:lstStyle/>
          <a:p>
            <a:r>
              <a:rPr lang="en-US" sz="3600" u="sng">
                <a:solidFill>
                  <a:srgbClr val="C00000"/>
                </a:solidFill>
              </a:rPr>
              <a:t>What is Material Master ?</a:t>
            </a:r>
            <a:endParaRPr lang="en-IN" sz="3600" u="sng">
              <a:solidFill>
                <a:srgbClr val="C00000"/>
              </a:solidFill>
            </a:endParaRPr>
          </a:p>
        </p:txBody>
      </p:sp>
      <p:sp>
        <p:nvSpPr>
          <p:cNvPr id="3" name="Date Placeholder 2">
            <a:extLst>
              <a:ext uri="{FF2B5EF4-FFF2-40B4-BE49-F238E27FC236}">
                <a16:creationId xmlns:a16="http://schemas.microsoft.com/office/drawing/2014/main" id="{0ED692CA-8C11-440E-67AB-3FAFEAF31E74}"/>
              </a:ext>
            </a:extLst>
          </p:cNvPr>
          <p:cNvSpPr>
            <a:spLocks noGrp="1"/>
          </p:cNvSpPr>
          <p:nvPr>
            <p:ph type="dt" sz="half" idx="10"/>
          </p:nvPr>
        </p:nvSpPr>
        <p:spPr/>
        <p:txBody>
          <a:bodyPr/>
          <a:lstStyle/>
          <a:p>
            <a:fld id="{56E818BD-3E69-407F-9C3D-C11541A4D3B3}" type="datetime1">
              <a:rPr lang="en-US" smtClean="0"/>
              <a:t>2/24/2026</a:t>
            </a:fld>
            <a:endParaRPr lang="en-US"/>
          </a:p>
        </p:txBody>
      </p:sp>
      <p:sp>
        <p:nvSpPr>
          <p:cNvPr id="4" name="Footer Placeholder 3">
            <a:extLst>
              <a:ext uri="{FF2B5EF4-FFF2-40B4-BE49-F238E27FC236}">
                <a16:creationId xmlns:a16="http://schemas.microsoft.com/office/drawing/2014/main" id="{E4443178-0116-3DE4-3270-4DD839808742}"/>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D4A7CEF1-100F-BDE5-B79B-A40520995A1B}"/>
              </a:ext>
            </a:extLst>
          </p:cNvPr>
          <p:cNvSpPr>
            <a:spLocks noGrp="1"/>
          </p:cNvSpPr>
          <p:nvPr>
            <p:ph type="sldNum" sz="quarter" idx="12"/>
          </p:nvPr>
        </p:nvSpPr>
        <p:spPr/>
        <p:txBody>
          <a:bodyPr/>
          <a:lstStyle/>
          <a:p>
            <a:fld id="{38826FC0-333C-E549-9FA3-0EE43DF298A3}" type="slidenum">
              <a:rPr lang="en-US" smtClean="0"/>
              <a:pPr/>
              <a:t>18</a:t>
            </a:fld>
            <a:endParaRPr lang="en-US"/>
          </a:p>
        </p:txBody>
      </p:sp>
      <p:sp>
        <p:nvSpPr>
          <p:cNvPr id="6" name="TextBox 5">
            <a:extLst>
              <a:ext uri="{FF2B5EF4-FFF2-40B4-BE49-F238E27FC236}">
                <a16:creationId xmlns:a16="http://schemas.microsoft.com/office/drawing/2014/main" id="{F877DBC4-1085-2169-24E4-176493FFEA16}"/>
              </a:ext>
            </a:extLst>
          </p:cNvPr>
          <p:cNvSpPr txBox="1"/>
          <p:nvPr/>
        </p:nvSpPr>
        <p:spPr>
          <a:xfrm>
            <a:off x="457201" y="706555"/>
            <a:ext cx="6613838" cy="2240989"/>
          </a:xfrm>
          <a:prstGeom prst="rect">
            <a:avLst/>
          </a:prstGeom>
          <a:noFill/>
        </p:spPr>
        <p:txBody>
          <a:bodyPr wrap="square" lIns="0" tIns="0" rIns="0" bIns="0" rtlCol="0" anchor="t">
            <a:noAutofit/>
          </a:bodyPr>
          <a:lstStyle/>
          <a:p>
            <a:pPr>
              <a:lnSpc>
                <a:spcPct val="110000"/>
              </a:lnSpc>
              <a:spcBef>
                <a:spcPts val="600"/>
              </a:spcBef>
            </a:pPr>
            <a:endParaRPr lang="en-US">
              <a:solidFill>
                <a:schemeClr val="accent2"/>
              </a:solidFill>
            </a:endParaRPr>
          </a:p>
          <a:p>
            <a:pPr>
              <a:lnSpc>
                <a:spcPct val="110000"/>
              </a:lnSpc>
              <a:spcBef>
                <a:spcPts val="600"/>
              </a:spcBef>
            </a:pPr>
            <a:r>
              <a:rPr lang="en-US">
                <a:solidFill>
                  <a:schemeClr val="accent2"/>
                </a:solidFill>
              </a:rPr>
              <a:t>Material Master is a </a:t>
            </a:r>
            <a:r>
              <a:rPr lang="en-US" b="1">
                <a:solidFill>
                  <a:schemeClr val="accent2"/>
                </a:solidFill>
              </a:rPr>
              <a:t>central master data</a:t>
            </a:r>
            <a:r>
              <a:rPr lang="en-US">
                <a:solidFill>
                  <a:schemeClr val="accent2"/>
                </a:solidFill>
              </a:rPr>
              <a:t> </a:t>
            </a:r>
            <a:r>
              <a:rPr lang="en-US" b="1">
                <a:solidFill>
                  <a:schemeClr val="accent2"/>
                </a:solidFill>
              </a:rPr>
              <a:t>record</a:t>
            </a:r>
            <a:r>
              <a:rPr lang="en-US">
                <a:solidFill>
                  <a:schemeClr val="accent2"/>
                </a:solidFill>
              </a:rPr>
              <a:t> in SAP.</a:t>
            </a:r>
            <a:endParaRPr lang="en-US">
              <a:solidFill>
                <a:schemeClr val="accent2"/>
              </a:solidFill>
              <a:cs typeface="Arial"/>
            </a:endParaRPr>
          </a:p>
          <a:p>
            <a:r>
              <a:rPr lang="en-US"/>
              <a:t>Material master contains information related to different material types like finished product, raw material. Material master can be used for identifying a product, purchase material, goods issue or good receipt, MRP, and production confirmation.</a:t>
            </a:r>
          </a:p>
          <a:p>
            <a:r>
              <a:rPr lang="en-US"/>
              <a:t>For Material master data, </a:t>
            </a:r>
            <a:r>
              <a:rPr lang="en-US" b="1"/>
              <a:t>use T-code: MM01</a:t>
            </a:r>
            <a:r>
              <a:rPr lang="en-US"/>
              <a:t> or go to Logistics → Production → Master Data → Material Master → Material → Create (General) → immediately</a:t>
            </a:r>
          </a:p>
          <a:p>
            <a:pPr marL="285750" indent="-285750" algn="l">
              <a:lnSpc>
                <a:spcPct val="110000"/>
              </a:lnSpc>
              <a:spcBef>
                <a:spcPts val="600"/>
              </a:spcBef>
              <a:spcAft>
                <a:spcPts val="0"/>
              </a:spcAft>
              <a:buFont typeface="Arial" panose="020B0604020202020204" pitchFamily="34" charset="0"/>
              <a:buChar char="•"/>
            </a:pPr>
            <a:r>
              <a:rPr lang="en-US" b="1"/>
              <a:t>Material Master Transaction Codes</a:t>
            </a:r>
            <a:endParaRPr lang="en-IN" b="1"/>
          </a:p>
          <a:p>
            <a:pPr algn="l">
              <a:lnSpc>
                <a:spcPct val="110000"/>
              </a:lnSpc>
              <a:spcBef>
                <a:spcPts val="600"/>
              </a:spcBef>
              <a:spcAft>
                <a:spcPts val="0"/>
              </a:spcAft>
            </a:pPr>
            <a:endParaRPr lang="en-US"/>
          </a:p>
        </p:txBody>
      </p:sp>
      <p:graphicFrame>
        <p:nvGraphicFramePr>
          <p:cNvPr id="7" name="Table 6">
            <a:extLst>
              <a:ext uri="{FF2B5EF4-FFF2-40B4-BE49-F238E27FC236}">
                <a16:creationId xmlns:a16="http://schemas.microsoft.com/office/drawing/2014/main" id="{34521E2E-AEA8-1E98-6002-836D0D8E17EF}"/>
              </a:ext>
            </a:extLst>
          </p:cNvPr>
          <p:cNvGraphicFramePr>
            <a:graphicFrameLocks noGrp="1"/>
          </p:cNvGraphicFramePr>
          <p:nvPr>
            <p:extLst>
              <p:ext uri="{D42A27DB-BD31-4B8C-83A1-F6EECF244321}">
                <p14:modId xmlns:p14="http://schemas.microsoft.com/office/powerpoint/2010/main" val="3544630931"/>
              </p:ext>
            </p:extLst>
          </p:nvPr>
        </p:nvGraphicFramePr>
        <p:xfrm>
          <a:off x="452445" y="3991473"/>
          <a:ext cx="8128000" cy="2225040"/>
        </p:xfrm>
        <a:graphic>
          <a:graphicData uri="http://schemas.openxmlformats.org/drawingml/2006/table">
            <a:tbl>
              <a:tblPr firstRow="1" bandRow="1">
                <a:tableStyleId>{8799B23B-EC83-4686-B30A-512413B5E67A}</a:tableStyleId>
              </a:tblPr>
              <a:tblGrid>
                <a:gridCol w="2350218">
                  <a:extLst>
                    <a:ext uri="{9D8B030D-6E8A-4147-A177-3AD203B41FA5}">
                      <a16:colId xmlns:a16="http://schemas.microsoft.com/office/drawing/2014/main" val="750156777"/>
                    </a:ext>
                  </a:extLst>
                </a:gridCol>
                <a:gridCol w="5777782">
                  <a:extLst>
                    <a:ext uri="{9D8B030D-6E8A-4147-A177-3AD203B41FA5}">
                      <a16:colId xmlns:a16="http://schemas.microsoft.com/office/drawing/2014/main" val="993431071"/>
                    </a:ext>
                  </a:extLst>
                </a:gridCol>
              </a:tblGrid>
              <a:tr h="370840">
                <a:tc>
                  <a:txBody>
                    <a:bodyPr/>
                    <a:lstStyle/>
                    <a:p>
                      <a:pPr algn="ctr"/>
                      <a:r>
                        <a:rPr lang="en-US"/>
                        <a:t>T-Code</a:t>
                      </a:r>
                      <a:endParaRPr lang="en-IN"/>
                    </a:p>
                  </a:txBody>
                  <a:tcPr/>
                </a:tc>
                <a:tc>
                  <a:txBody>
                    <a:bodyPr/>
                    <a:lstStyle/>
                    <a:p>
                      <a:r>
                        <a:rPr lang="en-US"/>
                        <a:t>Description</a:t>
                      </a:r>
                      <a:endParaRPr lang="en-IN"/>
                    </a:p>
                  </a:txBody>
                  <a:tcPr/>
                </a:tc>
                <a:extLst>
                  <a:ext uri="{0D108BD9-81ED-4DB2-BD59-A6C34878D82A}">
                    <a16:rowId xmlns:a16="http://schemas.microsoft.com/office/drawing/2014/main" val="2769945267"/>
                  </a:ext>
                </a:extLst>
              </a:tr>
              <a:tr h="370840">
                <a:tc>
                  <a:txBody>
                    <a:bodyPr/>
                    <a:lstStyle/>
                    <a:p>
                      <a:pPr algn="ctr"/>
                      <a:r>
                        <a:rPr lang="en-US"/>
                        <a:t>MM01</a:t>
                      </a:r>
                      <a:endParaRPr lang="en-IN"/>
                    </a:p>
                  </a:txBody>
                  <a:tcPr/>
                </a:tc>
                <a:tc>
                  <a:txBody>
                    <a:bodyPr/>
                    <a:lstStyle/>
                    <a:p>
                      <a:r>
                        <a:rPr lang="en-US"/>
                        <a:t>Create Material</a:t>
                      </a:r>
                      <a:endParaRPr lang="en-IN"/>
                    </a:p>
                  </a:txBody>
                  <a:tcPr/>
                </a:tc>
                <a:extLst>
                  <a:ext uri="{0D108BD9-81ED-4DB2-BD59-A6C34878D82A}">
                    <a16:rowId xmlns:a16="http://schemas.microsoft.com/office/drawing/2014/main" val="110017260"/>
                  </a:ext>
                </a:extLst>
              </a:tr>
              <a:tr h="370840">
                <a:tc>
                  <a:txBody>
                    <a:bodyPr/>
                    <a:lstStyle/>
                    <a:p>
                      <a:pPr algn="ctr"/>
                      <a:r>
                        <a:rPr lang="en-US"/>
                        <a:t>MM02</a:t>
                      </a:r>
                      <a:endParaRPr lang="en-IN"/>
                    </a:p>
                  </a:txBody>
                  <a:tcPr/>
                </a:tc>
                <a:tc>
                  <a:txBody>
                    <a:bodyPr/>
                    <a:lstStyle/>
                    <a:p>
                      <a:r>
                        <a:rPr lang="en-US"/>
                        <a:t>Change Material</a:t>
                      </a:r>
                      <a:endParaRPr lang="en-IN"/>
                    </a:p>
                  </a:txBody>
                  <a:tcPr/>
                </a:tc>
                <a:extLst>
                  <a:ext uri="{0D108BD9-81ED-4DB2-BD59-A6C34878D82A}">
                    <a16:rowId xmlns:a16="http://schemas.microsoft.com/office/drawing/2014/main" val="3256548227"/>
                  </a:ext>
                </a:extLst>
              </a:tr>
              <a:tr h="370840">
                <a:tc>
                  <a:txBody>
                    <a:bodyPr/>
                    <a:lstStyle/>
                    <a:p>
                      <a:pPr algn="ctr"/>
                      <a:r>
                        <a:rPr lang="en-US"/>
                        <a:t>MM03</a:t>
                      </a:r>
                      <a:endParaRPr lang="en-IN"/>
                    </a:p>
                  </a:txBody>
                  <a:tcPr/>
                </a:tc>
                <a:tc>
                  <a:txBody>
                    <a:bodyPr/>
                    <a:lstStyle/>
                    <a:p>
                      <a:r>
                        <a:rPr lang="en-US"/>
                        <a:t>Display Material</a:t>
                      </a:r>
                      <a:endParaRPr lang="en-IN"/>
                    </a:p>
                  </a:txBody>
                  <a:tcPr/>
                </a:tc>
                <a:extLst>
                  <a:ext uri="{0D108BD9-81ED-4DB2-BD59-A6C34878D82A}">
                    <a16:rowId xmlns:a16="http://schemas.microsoft.com/office/drawing/2014/main" val="469636798"/>
                  </a:ext>
                </a:extLst>
              </a:tr>
              <a:tr h="370840">
                <a:tc>
                  <a:txBody>
                    <a:bodyPr/>
                    <a:lstStyle/>
                    <a:p>
                      <a:pPr algn="ctr"/>
                      <a:r>
                        <a:rPr lang="en-US"/>
                        <a:t>MM04</a:t>
                      </a:r>
                      <a:endParaRPr lang="en-IN"/>
                    </a:p>
                  </a:txBody>
                  <a:tcPr/>
                </a:tc>
                <a:tc>
                  <a:txBody>
                    <a:bodyPr/>
                    <a:lstStyle/>
                    <a:p>
                      <a:r>
                        <a:rPr lang="en-US"/>
                        <a:t>Display Changes</a:t>
                      </a:r>
                      <a:endParaRPr lang="en-IN"/>
                    </a:p>
                  </a:txBody>
                  <a:tcPr/>
                </a:tc>
                <a:extLst>
                  <a:ext uri="{0D108BD9-81ED-4DB2-BD59-A6C34878D82A}">
                    <a16:rowId xmlns:a16="http://schemas.microsoft.com/office/drawing/2014/main" val="3342670779"/>
                  </a:ext>
                </a:extLst>
              </a:tr>
              <a:tr h="370840">
                <a:tc>
                  <a:txBody>
                    <a:bodyPr/>
                    <a:lstStyle/>
                    <a:p>
                      <a:pPr algn="ctr"/>
                      <a:r>
                        <a:rPr lang="en-US"/>
                        <a:t>MM06</a:t>
                      </a:r>
                      <a:endParaRPr lang="en-IN"/>
                    </a:p>
                  </a:txBody>
                  <a:tcPr/>
                </a:tc>
                <a:tc>
                  <a:txBody>
                    <a:bodyPr/>
                    <a:lstStyle/>
                    <a:p>
                      <a:r>
                        <a:rPr lang="en-US"/>
                        <a:t>Flag material for deletion</a:t>
                      </a:r>
                      <a:endParaRPr lang="en-IN"/>
                    </a:p>
                  </a:txBody>
                  <a:tcPr/>
                </a:tc>
                <a:extLst>
                  <a:ext uri="{0D108BD9-81ED-4DB2-BD59-A6C34878D82A}">
                    <a16:rowId xmlns:a16="http://schemas.microsoft.com/office/drawing/2014/main" val="2232171550"/>
                  </a:ext>
                </a:extLst>
              </a:tr>
            </a:tbl>
          </a:graphicData>
        </a:graphic>
      </p:graphicFrame>
      <p:pic>
        <p:nvPicPr>
          <p:cNvPr id="8" name="Picture 7" descr="A white paper with blue writing&#10;&#10;AI-generated content may be incorrect.">
            <a:extLst>
              <a:ext uri="{FF2B5EF4-FFF2-40B4-BE49-F238E27FC236}">
                <a16:creationId xmlns:a16="http://schemas.microsoft.com/office/drawing/2014/main" id="{2765D468-231A-B8BB-A93F-A3F9C0C57F31}"/>
              </a:ext>
            </a:extLst>
          </p:cNvPr>
          <p:cNvPicPr>
            <a:picLocks noChangeAspect="1"/>
          </p:cNvPicPr>
          <p:nvPr/>
        </p:nvPicPr>
        <p:blipFill>
          <a:blip r:embed="rId2"/>
          <a:stretch>
            <a:fillRect/>
          </a:stretch>
        </p:blipFill>
        <p:spPr>
          <a:xfrm>
            <a:off x="7071039" y="1"/>
            <a:ext cx="5122843" cy="6858000"/>
          </a:xfrm>
          <a:prstGeom prst="rect">
            <a:avLst/>
          </a:prstGeom>
        </p:spPr>
      </p:pic>
    </p:spTree>
    <p:extLst>
      <p:ext uri="{BB962C8B-B14F-4D97-AF65-F5344CB8AC3E}">
        <p14:creationId xmlns:p14="http://schemas.microsoft.com/office/powerpoint/2010/main" val="2515562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8117-82A3-57C6-E29E-5A87C2264C7A}"/>
              </a:ext>
            </a:extLst>
          </p:cNvPr>
          <p:cNvSpPr>
            <a:spLocks noGrp="1"/>
          </p:cNvSpPr>
          <p:nvPr>
            <p:ph type="title"/>
          </p:nvPr>
        </p:nvSpPr>
        <p:spPr>
          <a:xfrm>
            <a:off x="457200" y="457200"/>
            <a:ext cx="11277600" cy="498598"/>
          </a:xfrm>
        </p:spPr>
        <p:txBody>
          <a:bodyPr/>
          <a:lstStyle/>
          <a:p>
            <a:r>
              <a:rPr lang="en-US" sz="3600" u="sng">
                <a:solidFill>
                  <a:srgbClr val="C00000"/>
                </a:solidFill>
              </a:rPr>
              <a:t>Creation Of MM</a:t>
            </a:r>
            <a:endParaRPr lang="en-IN" sz="3600" u="sng">
              <a:solidFill>
                <a:srgbClr val="C00000"/>
              </a:solidFill>
            </a:endParaRPr>
          </a:p>
        </p:txBody>
      </p:sp>
      <p:sp>
        <p:nvSpPr>
          <p:cNvPr id="4" name="Date Placeholder 3">
            <a:extLst>
              <a:ext uri="{FF2B5EF4-FFF2-40B4-BE49-F238E27FC236}">
                <a16:creationId xmlns:a16="http://schemas.microsoft.com/office/drawing/2014/main" id="{DD377A0B-AF5D-487A-93B1-B9DE8F179DBE}"/>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92C098D0-E189-6CEB-C07A-8A77F09AE656}"/>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0012B2E7-2149-2437-3F24-9C34C6FE77F7}"/>
              </a:ext>
            </a:extLst>
          </p:cNvPr>
          <p:cNvSpPr>
            <a:spLocks noGrp="1"/>
          </p:cNvSpPr>
          <p:nvPr>
            <p:ph type="sldNum" sz="quarter" idx="12"/>
          </p:nvPr>
        </p:nvSpPr>
        <p:spPr/>
        <p:txBody>
          <a:bodyPr/>
          <a:lstStyle/>
          <a:p>
            <a:fld id="{38826FC0-333C-E549-9FA3-0EE43DF298A3}" type="slidenum">
              <a:rPr lang="en-US" smtClean="0"/>
              <a:pPr/>
              <a:t>19</a:t>
            </a:fld>
            <a:endParaRPr lang="en-US"/>
          </a:p>
        </p:txBody>
      </p:sp>
      <p:sp>
        <p:nvSpPr>
          <p:cNvPr id="12" name="TextBox 11">
            <a:extLst>
              <a:ext uri="{FF2B5EF4-FFF2-40B4-BE49-F238E27FC236}">
                <a16:creationId xmlns:a16="http://schemas.microsoft.com/office/drawing/2014/main" id="{9B6BF6B7-2A2A-FB6B-526A-5703D02DE72C}"/>
              </a:ext>
            </a:extLst>
          </p:cNvPr>
          <p:cNvSpPr txBox="1"/>
          <p:nvPr/>
        </p:nvSpPr>
        <p:spPr>
          <a:xfrm>
            <a:off x="457200" y="1060860"/>
            <a:ext cx="11137392" cy="2240280"/>
          </a:xfrm>
          <a:prstGeom prst="rect">
            <a:avLst/>
          </a:prstGeom>
          <a:noFill/>
        </p:spPr>
        <p:txBody>
          <a:bodyPr wrap="square" lIns="0" tIns="0" rIns="0" bIns="0" rtlCol="0" anchor="t">
            <a:noAutofit/>
          </a:bodyPr>
          <a:lstStyle/>
          <a:p>
            <a:pPr fontAlgn="base"/>
            <a:r>
              <a:rPr lang="en-IN" b="1"/>
              <a:t>Material master </a:t>
            </a:r>
            <a:r>
              <a:rPr lang="en-IN"/>
              <a:t>contain entire information about all material in company where it is procured, </a:t>
            </a:r>
            <a:r>
              <a:rPr lang="en-IN" err="1"/>
              <a:t>produceand</a:t>
            </a:r>
            <a:r>
              <a:rPr lang="en-IN"/>
              <a:t> sales etc</a:t>
            </a:r>
            <a:r>
              <a:rPr lang="en-US"/>
              <a:t>​</a:t>
            </a:r>
          </a:p>
          <a:p>
            <a:pPr fontAlgn="base"/>
            <a:r>
              <a:rPr lang="en-IN"/>
              <a:t>In simple terms, it is the central repository of information about material whether it is ROH, HALB OR </a:t>
            </a:r>
            <a:r>
              <a:rPr lang="en-IN" err="1"/>
              <a:t>vFERT</a:t>
            </a:r>
            <a:r>
              <a:rPr lang="en-IN"/>
              <a:t>.</a:t>
            </a:r>
            <a:r>
              <a:rPr lang="en-US"/>
              <a:t>​</a:t>
            </a:r>
            <a:endParaRPr lang="en-US">
              <a:cs typeface="Arial"/>
            </a:endParaRPr>
          </a:p>
          <a:p>
            <a:pPr fontAlgn="base"/>
            <a:r>
              <a:rPr lang="en-US" b="1"/>
              <a:t>Raw Material (ROH) : </a:t>
            </a:r>
            <a:r>
              <a:rPr lang="en-US"/>
              <a:t>Materials which can be obtained naturally and have not undergone any processing transformation.​​​</a:t>
            </a:r>
          </a:p>
          <a:p>
            <a:pPr fontAlgn="base"/>
            <a:r>
              <a:rPr lang="en-US" b="1"/>
              <a:t>Semifinished material (HALB) : </a:t>
            </a:r>
            <a:r>
              <a:rPr lang="en-US"/>
              <a:t>Materials that has been processed but is not yet ready for sale.​​​</a:t>
            </a:r>
          </a:p>
          <a:p>
            <a:pPr fontAlgn="base"/>
            <a:r>
              <a:rPr lang="en-US" b="1"/>
              <a:t>Finished material (FERT) : </a:t>
            </a:r>
            <a:r>
              <a:rPr lang="en-US"/>
              <a:t>Materials that are fully manufactured and ready to sell.​</a:t>
            </a:r>
          </a:p>
          <a:p>
            <a:pPr algn="l">
              <a:lnSpc>
                <a:spcPct val="110000"/>
              </a:lnSpc>
              <a:spcBef>
                <a:spcPts val="600"/>
              </a:spcBef>
              <a:spcAft>
                <a:spcPts val="0"/>
              </a:spcAft>
            </a:pPr>
            <a:endParaRPr lang="en-IN" err="1"/>
          </a:p>
        </p:txBody>
      </p:sp>
      <p:pic>
        <p:nvPicPr>
          <p:cNvPr id="14" name="Picture 13">
            <a:extLst>
              <a:ext uri="{FF2B5EF4-FFF2-40B4-BE49-F238E27FC236}">
                <a16:creationId xmlns:a16="http://schemas.microsoft.com/office/drawing/2014/main" id="{A7D70E70-FB0D-1F51-BDCB-7CEA1C227790}"/>
              </a:ext>
            </a:extLst>
          </p:cNvPr>
          <p:cNvPicPr>
            <a:picLocks noChangeAspect="1"/>
          </p:cNvPicPr>
          <p:nvPr/>
        </p:nvPicPr>
        <p:blipFill>
          <a:blip r:embed="rId2"/>
          <a:stretch>
            <a:fillRect/>
          </a:stretch>
        </p:blipFill>
        <p:spPr>
          <a:xfrm>
            <a:off x="2930768" y="3021154"/>
            <a:ext cx="5277609" cy="3377909"/>
          </a:xfrm>
          <a:prstGeom prst="rect">
            <a:avLst/>
          </a:prstGeom>
        </p:spPr>
      </p:pic>
    </p:spTree>
    <p:extLst>
      <p:ext uri="{BB962C8B-B14F-4D97-AF65-F5344CB8AC3E}">
        <p14:creationId xmlns:p14="http://schemas.microsoft.com/office/powerpoint/2010/main" val="1295377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8875F9-12BC-BB8D-3CDC-0FB9301C25F2}"/>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BDA6FE90-8303-F025-804F-C222ABAEE876}"/>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24CB1AE7-1251-1285-B8DC-249229161819}"/>
              </a:ext>
            </a:extLst>
          </p:cNvPr>
          <p:cNvSpPr>
            <a:spLocks noGrp="1"/>
          </p:cNvSpPr>
          <p:nvPr>
            <p:ph type="sldNum" sz="quarter" idx="12"/>
          </p:nvPr>
        </p:nvSpPr>
        <p:spPr/>
        <p:txBody>
          <a:bodyPr/>
          <a:lstStyle/>
          <a:p>
            <a:fld id="{38826FC0-333C-E549-9FA3-0EE43DF298A3}" type="slidenum">
              <a:rPr lang="en-US" smtClean="0"/>
              <a:pPr/>
              <a:t>20</a:t>
            </a:fld>
            <a:endParaRPr lang="en-US"/>
          </a:p>
        </p:txBody>
      </p:sp>
      <p:pic>
        <p:nvPicPr>
          <p:cNvPr id="8" name="Picture 7">
            <a:extLst>
              <a:ext uri="{FF2B5EF4-FFF2-40B4-BE49-F238E27FC236}">
                <a16:creationId xmlns:a16="http://schemas.microsoft.com/office/drawing/2014/main" id="{1264E2BE-A5E7-9D49-A4B3-F542797BDF91}"/>
              </a:ext>
            </a:extLst>
          </p:cNvPr>
          <p:cNvPicPr>
            <a:picLocks noChangeAspect="1"/>
          </p:cNvPicPr>
          <p:nvPr/>
        </p:nvPicPr>
        <p:blipFill>
          <a:blip r:embed="rId2"/>
          <a:stretch>
            <a:fillRect/>
          </a:stretch>
        </p:blipFill>
        <p:spPr>
          <a:xfrm>
            <a:off x="264784" y="68384"/>
            <a:ext cx="6037551" cy="3240956"/>
          </a:xfrm>
          <a:prstGeom prst="rect">
            <a:avLst/>
          </a:prstGeom>
        </p:spPr>
      </p:pic>
      <p:pic>
        <p:nvPicPr>
          <p:cNvPr id="10" name="Picture 9">
            <a:extLst>
              <a:ext uri="{FF2B5EF4-FFF2-40B4-BE49-F238E27FC236}">
                <a16:creationId xmlns:a16="http://schemas.microsoft.com/office/drawing/2014/main" id="{E1BCCA20-E14E-BB66-035D-460FCB5AF5A9}"/>
              </a:ext>
            </a:extLst>
          </p:cNvPr>
          <p:cNvPicPr>
            <a:picLocks noChangeAspect="1"/>
          </p:cNvPicPr>
          <p:nvPr/>
        </p:nvPicPr>
        <p:blipFill>
          <a:blip r:embed="rId3"/>
          <a:stretch>
            <a:fillRect/>
          </a:stretch>
        </p:blipFill>
        <p:spPr>
          <a:xfrm>
            <a:off x="264608" y="3404921"/>
            <a:ext cx="6028132" cy="3234363"/>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DE135687-93A6-6689-61DC-B8B4B499C62B}"/>
              </a:ext>
            </a:extLst>
          </p:cNvPr>
          <p:cNvPicPr>
            <a:picLocks noChangeAspect="1"/>
          </p:cNvPicPr>
          <p:nvPr/>
        </p:nvPicPr>
        <p:blipFill>
          <a:blip r:embed="rId4"/>
          <a:stretch>
            <a:fillRect/>
          </a:stretch>
        </p:blipFill>
        <p:spPr>
          <a:xfrm>
            <a:off x="6293072" y="82063"/>
            <a:ext cx="5940662" cy="3212930"/>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30095A69-FEA1-DFAE-A73D-4494D6745F2A}"/>
              </a:ext>
            </a:extLst>
          </p:cNvPr>
          <p:cNvPicPr>
            <a:picLocks noChangeAspect="1"/>
          </p:cNvPicPr>
          <p:nvPr/>
        </p:nvPicPr>
        <p:blipFill>
          <a:blip r:embed="rId5"/>
          <a:stretch>
            <a:fillRect/>
          </a:stretch>
        </p:blipFill>
        <p:spPr>
          <a:xfrm>
            <a:off x="6294574" y="3477611"/>
            <a:ext cx="5932832" cy="3033731"/>
          </a:xfrm>
          <a:prstGeom prst="rect">
            <a:avLst/>
          </a:prstGeom>
        </p:spPr>
      </p:pic>
    </p:spTree>
    <p:extLst>
      <p:ext uri="{BB962C8B-B14F-4D97-AF65-F5344CB8AC3E}">
        <p14:creationId xmlns:p14="http://schemas.microsoft.com/office/powerpoint/2010/main" val="3960804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63AE8-DC4A-6CE6-DDCE-B582A1A9462A}"/>
              </a:ext>
            </a:extLst>
          </p:cNvPr>
          <p:cNvSpPr>
            <a:spLocks noGrp="1"/>
          </p:cNvSpPr>
          <p:nvPr>
            <p:ph type="title"/>
          </p:nvPr>
        </p:nvSpPr>
        <p:spPr/>
        <p:txBody>
          <a:bodyPr wrap="square" anchor="t">
            <a:noAutofit/>
          </a:bodyPr>
          <a:lstStyle/>
          <a:p>
            <a:r>
              <a:rPr lang="en-IN" sz="3600" u="sng">
                <a:solidFill>
                  <a:srgbClr val="C00000"/>
                </a:solidFill>
              </a:rPr>
              <a:t>Raw Materials</a:t>
            </a:r>
          </a:p>
        </p:txBody>
      </p:sp>
      <p:sp>
        <p:nvSpPr>
          <p:cNvPr id="4" name="Date Placeholder 3">
            <a:extLst>
              <a:ext uri="{FF2B5EF4-FFF2-40B4-BE49-F238E27FC236}">
                <a16:creationId xmlns:a16="http://schemas.microsoft.com/office/drawing/2014/main" id="{0D4F0ED0-A24A-6FA9-9E1F-B54197BAC9B4}"/>
              </a:ext>
            </a:extLst>
          </p:cNvPr>
          <p:cNvSpPr>
            <a:spLocks noGrp="1"/>
          </p:cNvSpPr>
          <p:nvPr>
            <p:ph type="dt" sz="half" idx="10"/>
          </p:nvPr>
        </p:nvSpPr>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AB4A74E7-1D7C-9925-BE4C-AD7F29831536}"/>
              </a:ext>
            </a:extLst>
          </p:cNvPr>
          <p:cNvSpPr>
            <a:spLocks noGrp="1"/>
          </p:cNvSpPr>
          <p:nvPr>
            <p:ph type="ftr" sz="quarter" idx="11"/>
          </p:nvPr>
        </p:nvSpPr>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080DC904-242D-3DAB-4EFF-5C4EB3678910}"/>
              </a:ext>
            </a:extLst>
          </p:cNvPr>
          <p:cNvSpPr>
            <a:spLocks noGrp="1"/>
          </p:cNvSpPr>
          <p:nvPr>
            <p:ph type="sldNum" sz="quarter" idx="12"/>
          </p:nvPr>
        </p:nvSpPr>
        <p:spPr/>
        <p:txBody>
          <a:bodyPr anchor="ctr">
            <a:normAutofit/>
          </a:bodyPr>
          <a:lstStyle/>
          <a:p>
            <a:pPr>
              <a:spcAft>
                <a:spcPts val="600"/>
              </a:spcAft>
            </a:pPr>
            <a:fld id="{38826FC0-333C-E549-9FA3-0EE43DF298A3}" type="slidenum">
              <a:rPr lang="en-US" smtClean="0"/>
              <a:pPr>
                <a:spcAft>
                  <a:spcPts val="600"/>
                </a:spcAft>
              </a:pPr>
              <a:t>21</a:t>
            </a:fld>
            <a:endParaRPr lang="en-US"/>
          </a:p>
        </p:txBody>
      </p:sp>
      <p:pic>
        <p:nvPicPr>
          <p:cNvPr id="4100" name="Picture 4">
            <a:extLst>
              <a:ext uri="{FF2B5EF4-FFF2-40B4-BE49-F238E27FC236}">
                <a16:creationId xmlns:a16="http://schemas.microsoft.com/office/drawing/2014/main" id="{27CFCC34-C2B7-8C96-FF7A-8BBBBB89128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22713" y="1175657"/>
            <a:ext cx="8175173" cy="5282484"/>
          </a:xfrm>
          <a:prstGeom prst="rect">
            <a:avLst/>
          </a:prstGeom>
          <a:solidFill>
            <a:srgbClr val="FFFFFF"/>
          </a:solidFill>
        </p:spPr>
      </p:pic>
    </p:spTree>
    <p:extLst>
      <p:ext uri="{BB962C8B-B14F-4D97-AF65-F5344CB8AC3E}">
        <p14:creationId xmlns:p14="http://schemas.microsoft.com/office/powerpoint/2010/main" val="2768057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E6E01-E7EE-F0A5-6802-99753F0ECC06}"/>
              </a:ext>
            </a:extLst>
          </p:cNvPr>
          <p:cNvSpPr>
            <a:spLocks noGrp="1"/>
          </p:cNvSpPr>
          <p:nvPr>
            <p:ph type="title"/>
          </p:nvPr>
        </p:nvSpPr>
        <p:spPr/>
        <p:txBody>
          <a:bodyPr wrap="square" anchor="t">
            <a:noAutofit/>
          </a:bodyPr>
          <a:lstStyle/>
          <a:p>
            <a:r>
              <a:rPr lang="en-IN" sz="3600">
                <a:solidFill>
                  <a:srgbClr val="C00000"/>
                </a:solidFill>
              </a:rPr>
              <a:t>Semi-Finished Products (HALB)</a:t>
            </a:r>
          </a:p>
        </p:txBody>
      </p:sp>
      <p:pic>
        <p:nvPicPr>
          <p:cNvPr id="7" name="Picture 2">
            <a:extLst>
              <a:ext uri="{FF2B5EF4-FFF2-40B4-BE49-F238E27FC236}">
                <a16:creationId xmlns:a16="http://schemas.microsoft.com/office/drawing/2014/main" id="{7A68584A-695D-B755-5887-9B913F146D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60250" y="1065516"/>
            <a:ext cx="8473809" cy="556831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D1452899-26DE-2A3D-BC7D-574ED0CD84B8}"/>
              </a:ext>
            </a:extLst>
          </p:cNvPr>
          <p:cNvSpPr>
            <a:spLocks noGrp="1"/>
          </p:cNvSpPr>
          <p:nvPr>
            <p:ph type="dt" sz="half" idx="10"/>
          </p:nvPr>
        </p:nvSpPr>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50862DBD-9AD7-62D1-B568-AB22CAA8E632}"/>
              </a:ext>
            </a:extLst>
          </p:cNvPr>
          <p:cNvSpPr>
            <a:spLocks noGrp="1"/>
          </p:cNvSpPr>
          <p:nvPr>
            <p:ph type="ftr" sz="quarter" idx="11"/>
          </p:nvPr>
        </p:nvSpPr>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EF221890-332F-6C31-BB13-59A2776F65F5}"/>
              </a:ext>
            </a:extLst>
          </p:cNvPr>
          <p:cNvSpPr>
            <a:spLocks noGrp="1"/>
          </p:cNvSpPr>
          <p:nvPr>
            <p:ph type="sldNum" sz="quarter" idx="12"/>
          </p:nvPr>
        </p:nvSpPr>
        <p:spPr/>
        <p:txBody>
          <a:bodyPr anchor="ctr">
            <a:normAutofit/>
          </a:bodyPr>
          <a:lstStyle/>
          <a:p>
            <a:pPr>
              <a:spcAft>
                <a:spcPts val="600"/>
              </a:spcAft>
            </a:pPr>
            <a:fld id="{38826FC0-333C-E549-9FA3-0EE43DF298A3}" type="slidenum">
              <a:rPr lang="en-US" smtClean="0"/>
              <a:pPr>
                <a:spcAft>
                  <a:spcPts val="600"/>
                </a:spcAft>
              </a:pPr>
              <a:t>22</a:t>
            </a:fld>
            <a:endParaRPr lang="en-US"/>
          </a:p>
        </p:txBody>
      </p:sp>
    </p:spTree>
    <p:extLst>
      <p:ext uri="{BB962C8B-B14F-4D97-AF65-F5344CB8AC3E}">
        <p14:creationId xmlns:p14="http://schemas.microsoft.com/office/powerpoint/2010/main" val="398440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B4230C9F-8CE6-E2FD-BD06-8AEBAD36356C}"/>
              </a:ext>
            </a:extLst>
          </p:cNvPr>
          <p:cNvGraphicFramePr>
            <a:graphicFrameLocks noGrp="1"/>
          </p:cNvGraphicFramePr>
          <p:nvPr>
            <p:ph idx="1"/>
            <p:extLst>
              <p:ext uri="{D42A27DB-BD31-4B8C-83A1-F6EECF244321}">
                <p14:modId xmlns:p14="http://schemas.microsoft.com/office/powerpoint/2010/main" val="1670644489"/>
              </p:ext>
            </p:extLst>
          </p:nvPr>
        </p:nvGraphicFramePr>
        <p:xfrm>
          <a:off x="6096000" y="888521"/>
          <a:ext cx="5635623" cy="4846799"/>
        </p:xfrm>
        <a:graphic>
          <a:graphicData uri="http://schemas.openxmlformats.org/drawingml/2006/table">
            <a:tbl>
              <a:tblPr firstRow="1" bandRow="1">
                <a:tableStyleId>{5940675A-B579-460E-94D1-54222C63F5DA}</a:tableStyleId>
              </a:tblPr>
              <a:tblGrid>
                <a:gridCol w="1878541">
                  <a:extLst>
                    <a:ext uri="{9D8B030D-6E8A-4147-A177-3AD203B41FA5}">
                      <a16:colId xmlns:a16="http://schemas.microsoft.com/office/drawing/2014/main" val="3130341729"/>
                    </a:ext>
                  </a:extLst>
                </a:gridCol>
                <a:gridCol w="1878541">
                  <a:extLst>
                    <a:ext uri="{9D8B030D-6E8A-4147-A177-3AD203B41FA5}">
                      <a16:colId xmlns:a16="http://schemas.microsoft.com/office/drawing/2014/main" val="26569793"/>
                    </a:ext>
                  </a:extLst>
                </a:gridCol>
                <a:gridCol w="1878541">
                  <a:extLst>
                    <a:ext uri="{9D8B030D-6E8A-4147-A177-3AD203B41FA5}">
                      <a16:colId xmlns:a16="http://schemas.microsoft.com/office/drawing/2014/main" val="523942032"/>
                    </a:ext>
                  </a:extLst>
                </a:gridCol>
              </a:tblGrid>
              <a:tr h="396719">
                <a:tc>
                  <a:txBody>
                    <a:bodyPr/>
                    <a:lstStyle/>
                    <a:p>
                      <a:pPr algn="ctr"/>
                      <a:r>
                        <a:rPr lang="en-US" sz="1800" b="1"/>
                        <a:t>Item</a:t>
                      </a:r>
                      <a:endParaRPr lang="en-IN" sz="1800" b="1"/>
                    </a:p>
                  </a:txBody>
                  <a:tcPr/>
                </a:tc>
                <a:tc>
                  <a:txBody>
                    <a:bodyPr/>
                    <a:lstStyle/>
                    <a:p>
                      <a:pPr algn="ctr"/>
                      <a:r>
                        <a:rPr lang="en-US" sz="1800" b="1"/>
                        <a:t>Component</a:t>
                      </a:r>
                      <a:endParaRPr lang="en-IN" sz="1800" b="1"/>
                    </a:p>
                  </a:txBody>
                  <a:tcPr/>
                </a:tc>
                <a:tc>
                  <a:txBody>
                    <a:bodyPr/>
                    <a:lstStyle/>
                    <a:p>
                      <a:pPr algn="ctr"/>
                      <a:r>
                        <a:rPr lang="en-US" sz="1800" b="1"/>
                        <a:t>Material Type</a:t>
                      </a:r>
                      <a:endParaRPr lang="en-IN" sz="1800" b="1"/>
                    </a:p>
                  </a:txBody>
                  <a:tcPr/>
                </a:tc>
                <a:extLst>
                  <a:ext uri="{0D108BD9-81ED-4DB2-BD59-A6C34878D82A}">
                    <a16:rowId xmlns:a16="http://schemas.microsoft.com/office/drawing/2014/main" val="977350819"/>
                  </a:ext>
                </a:extLst>
              </a:tr>
              <a:tr h="370840">
                <a:tc>
                  <a:txBody>
                    <a:bodyPr/>
                    <a:lstStyle/>
                    <a:p>
                      <a:pPr algn="ctr"/>
                      <a:r>
                        <a:rPr lang="en-US"/>
                        <a:t>10</a:t>
                      </a:r>
                      <a:endParaRPr lang="en-IN"/>
                    </a:p>
                  </a:txBody>
                  <a:tcPr/>
                </a:tc>
                <a:tc>
                  <a:txBody>
                    <a:bodyPr/>
                    <a:lstStyle/>
                    <a:p>
                      <a:pPr algn="ctr"/>
                      <a:r>
                        <a:rPr lang="en-US"/>
                        <a:t>Frame Assembly</a:t>
                      </a:r>
                      <a:endParaRPr lang="en-IN"/>
                    </a:p>
                  </a:txBody>
                  <a:tcPr/>
                </a:tc>
                <a:tc>
                  <a:txBody>
                    <a:bodyPr/>
                    <a:lstStyle/>
                    <a:p>
                      <a:pPr algn="ctr"/>
                      <a:r>
                        <a:rPr lang="en-US"/>
                        <a:t>HALB</a:t>
                      </a:r>
                      <a:endParaRPr lang="en-IN"/>
                    </a:p>
                  </a:txBody>
                  <a:tcPr/>
                </a:tc>
                <a:extLst>
                  <a:ext uri="{0D108BD9-81ED-4DB2-BD59-A6C34878D82A}">
                    <a16:rowId xmlns:a16="http://schemas.microsoft.com/office/drawing/2014/main" val="1074387780"/>
                  </a:ext>
                </a:extLst>
              </a:tr>
              <a:tr h="370840">
                <a:tc>
                  <a:txBody>
                    <a:bodyPr/>
                    <a:lstStyle/>
                    <a:p>
                      <a:pPr algn="ctr"/>
                      <a:r>
                        <a:rPr lang="en-US"/>
                        <a:t>20</a:t>
                      </a:r>
                      <a:endParaRPr lang="en-IN"/>
                    </a:p>
                  </a:txBody>
                  <a:tcPr/>
                </a:tc>
                <a:tc>
                  <a:txBody>
                    <a:bodyPr/>
                    <a:lstStyle/>
                    <a:p>
                      <a:pPr algn="ctr"/>
                      <a:r>
                        <a:rPr lang="en-US"/>
                        <a:t>Wheel Assembly</a:t>
                      </a:r>
                      <a:endParaRPr lang="en-IN"/>
                    </a:p>
                  </a:txBody>
                  <a:tcPr/>
                </a:tc>
                <a:tc>
                  <a:txBody>
                    <a:bodyPr/>
                    <a:lstStyle/>
                    <a:p>
                      <a:pPr algn="ctr"/>
                      <a:r>
                        <a:rPr lang="en-US"/>
                        <a:t>HALB</a:t>
                      </a:r>
                      <a:endParaRPr lang="en-IN"/>
                    </a:p>
                  </a:txBody>
                  <a:tcPr/>
                </a:tc>
                <a:extLst>
                  <a:ext uri="{0D108BD9-81ED-4DB2-BD59-A6C34878D82A}">
                    <a16:rowId xmlns:a16="http://schemas.microsoft.com/office/drawing/2014/main" val="594176266"/>
                  </a:ext>
                </a:extLst>
              </a:tr>
              <a:tr h="370840">
                <a:tc>
                  <a:txBody>
                    <a:bodyPr/>
                    <a:lstStyle/>
                    <a:p>
                      <a:pPr algn="ctr"/>
                      <a:r>
                        <a:rPr lang="en-US"/>
                        <a:t>30</a:t>
                      </a:r>
                      <a:endParaRPr lang="en-IN"/>
                    </a:p>
                  </a:txBody>
                  <a:tcPr/>
                </a:tc>
                <a:tc>
                  <a:txBody>
                    <a:bodyPr/>
                    <a:lstStyle/>
                    <a:p>
                      <a:pPr algn="ctr"/>
                      <a:r>
                        <a:rPr lang="en-US"/>
                        <a:t>Handlebar Assembly</a:t>
                      </a: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HALB</a:t>
                      </a:r>
                      <a:endParaRPr lang="en-IN"/>
                    </a:p>
                  </a:txBody>
                  <a:tcPr/>
                </a:tc>
                <a:extLst>
                  <a:ext uri="{0D108BD9-81ED-4DB2-BD59-A6C34878D82A}">
                    <a16:rowId xmlns:a16="http://schemas.microsoft.com/office/drawing/2014/main" val="4265619375"/>
                  </a:ext>
                </a:extLst>
              </a:tr>
              <a:tr h="370840">
                <a:tc>
                  <a:txBody>
                    <a:bodyPr/>
                    <a:lstStyle/>
                    <a:p>
                      <a:pPr algn="ctr"/>
                      <a:r>
                        <a:rPr lang="en-US"/>
                        <a:t>40</a:t>
                      </a:r>
                      <a:endParaRPr lang="en-IN"/>
                    </a:p>
                  </a:txBody>
                  <a:tcPr/>
                </a:tc>
                <a:tc>
                  <a:txBody>
                    <a:bodyPr/>
                    <a:lstStyle/>
                    <a:p>
                      <a:pPr algn="ctr"/>
                      <a:r>
                        <a:rPr lang="en-US"/>
                        <a:t>Seat Assembly</a:t>
                      </a: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HALB</a:t>
                      </a:r>
                      <a:endParaRPr lang="en-IN"/>
                    </a:p>
                  </a:txBody>
                  <a:tcPr/>
                </a:tc>
                <a:extLst>
                  <a:ext uri="{0D108BD9-81ED-4DB2-BD59-A6C34878D82A}">
                    <a16:rowId xmlns:a16="http://schemas.microsoft.com/office/drawing/2014/main" val="2308920445"/>
                  </a:ext>
                </a:extLst>
              </a:tr>
              <a:tr h="370840">
                <a:tc>
                  <a:txBody>
                    <a:bodyPr/>
                    <a:lstStyle/>
                    <a:p>
                      <a:pPr algn="ctr"/>
                      <a:r>
                        <a:rPr lang="en-US"/>
                        <a:t>50</a:t>
                      </a:r>
                      <a:endParaRPr lang="en-IN"/>
                    </a:p>
                  </a:txBody>
                  <a:tcPr/>
                </a:tc>
                <a:tc>
                  <a:txBody>
                    <a:bodyPr/>
                    <a:lstStyle/>
                    <a:p>
                      <a:pPr algn="ctr"/>
                      <a:r>
                        <a:rPr lang="en-US"/>
                        <a:t>Brake Assembly</a:t>
                      </a: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HALB</a:t>
                      </a:r>
                      <a:endParaRPr lang="en-IN"/>
                    </a:p>
                  </a:txBody>
                  <a:tcPr/>
                </a:tc>
                <a:extLst>
                  <a:ext uri="{0D108BD9-81ED-4DB2-BD59-A6C34878D82A}">
                    <a16:rowId xmlns:a16="http://schemas.microsoft.com/office/drawing/2014/main" val="1943467699"/>
                  </a:ext>
                </a:extLst>
              </a:tr>
              <a:tr h="370840">
                <a:tc>
                  <a:txBody>
                    <a:bodyPr/>
                    <a:lstStyle/>
                    <a:p>
                      <a:pPr algn="ctr"/>
                      <a:r>
                        <a:rPr lang="en-US"/>
                        <a:t>60</a:t>
                      </a:r>
                      <a:endParaRPr lang="en-IN"/>
                    </a:p>
                  </a:txBody>
                  <a:tcPr/>
                </a:tc>
                <a:tc>
                  <a:txBody>
                    <a:bodyPr/>
                    <a:lstStyle/>
                    <a:p>
                      <a:pPr algn="ctr"/>
                      <a:r>
                        <a:rPr lang="en-US"/>
                        <a:t>Gear Assembly</a:t>
                      </a:r>
                      <a:endParaRPr lang="en-IN"/>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HALB</a:t>
                      </a:r>
                      <a:endParaRPr lang="en-IN"/>
                    </a:p>
                  </a:txBody>
                  <a:tcPr/>
                </a:tc>
                <a:extLst>
                  <a:ext uri="{0D108BD9-81ED-4DB2-BD59-A6C34878D82A}">
                    <a16:rowId xmlns:a16="http://schemas.microsoft.com/office/drawing/2014/main" val="3483638387"/>
                  </a:ext>
                </a:extLst>
              </a:tr>
              <a:tr h="370840">
                <a:tc>
                  <a:txBody>
                    <a:bodyPr/>
                    <a:lstStyle/>
                    <a:p>
                      <a:pPr algn="ctr"/>
                      <a:r>
                        <a:rPr lang="en-US"/>
                        <a:t>70</a:t>
                      </a:r>
                      <a:endParaRPr lang="en-IN"/>
                    </a:p>
                  </a:txBody>
                  <a:tcPr/>
                </a:tc>
                <a:tc>
                  <a:txBody>
                    <a:bodyPr/>
                    <a:lstStyle/>
                    <a:p>
                      <a:pPr algn="ctr"/>
                      <a:r>
                        <a:rPr lang="en-US"/>
                        <a:t>Chain</a:t>
                      </a:r>
                      <a:endParaRPr lang="en-IN"/>
                    </a:p>
                  </a:txBody>
                  <a:tcPr/>
                </a:tc>
                <a:tc>
                  <a:txBody>
                    <a:bodyPr/>
                    <a:lstStyle/>
                    <a:p>
                      <a:pPr algn="ctr"/>
                      <a:r>
                        <a:rPr lang="en-US"/>
                        <a:t>ROH</a:t>
                      </a:r>
                      <a:endParaRPr lang="en-IN"/>
                    </a:p>
                  </a:txBody>
                  <a:tcPr/>
                </a:tc>
                <a:extLst>
                  <a:ext uri="{0D108BD9-81ED-4DB2-BD59-A6C34878D82A}">
                    <a16:rowId xmlns:a16="http://schemas.microsoft.com/office/drawing/2014/main" val="1455389344"/>
                  </a:ext>
                </a:extLst>
              </a:tr>
              <a:tr h="370840">
                <a:tc>
                  <a:txBody>
                    <a:bodyPr/>
                    <a:lstStyle/>
                    <a:p>
                      <a:pPr algn="ctr"/>
                      <a:r>
                        <a:rPr lang="en-US"/>
                        <a:t>80</a:t>
                      </a:r>
                      <a:endParaRPr lang="en-IN"/>
                    </a:p>
                  </a:txBody>
                  <a:tcPr/>
                </a:tc>
                <a:tc>
                  <a:txBody>
                    <a:bodyPr/>
                    <a:lstStyle/>
                    <a:p>
                      <a:pPr algn="ctr"/>
                      <a:r>
                        <a:rPr lang="en-US"/>
                        <a:t>Pedals</a:t>
                      </a:r>
                      <a:endParaRPr lang="en-IN"/>
                    </a:p>
                  </a:txBody>
                  <a:tcPr/>
                </a:tc>
                <a:tc>
                  <a:txBody>
                    <a:bodyPr/>
                    <a:lstStyle/>
                    <a:p>
                      <a:pPr algn="ctr"/>
                      <a:r>
                        <a:rPr lang="en-US"/>
                        <a:t>ROH</a:t>
                      </a:r>
                      <a:endParaRPr lang="en-IN"/>
                    </a:p>
                  </a:txBody>
                  <a:tcPr/>
                </a:tc>
                <a:extLst>
                  <a:ext uri="{0D108BD9-81ED-4DB2-BD59-A6C34878D82A}">
                    <a16:rowId xmlns:a16="http://schemas.microsoft.com/office/drawing/2014/main" val="3840881722"/>
                  </a:ext>
                </a:extLst>
              </a:tr>
              <a:tr h="370840">
                <a:tc>
                  <a:txBody>
                    <a:bodyPr/>
                    <a:lstStyle/>
                    <a:p>
                      <a:pPr algn="ctr"/>
                      <a:r>
                        <a:rPr lang="en-US"/>
                        <a:t>90</a:t>
                      </a:r>
                      <a:endParaRPr lang="en-IN"/>
                    </a:p>
                  </a:txBody>
                  <a:tcPr/>
                </a:tc>
                <a:tc>
                  <a:txBody>
                    <a:bodyPr/>
                    <a:lstStyle/>
                    <a:p>
                      <a:pPr algn="ctr"/>
                      <a:r>
                        <a:rPr lang="en-US"/>
                        <a:t>Nuts &amp; bolts</a:t>
                      </a:r>
                      <a:endParaRPr lang="en-IN"/>
                    </a:p>
                  </a:txBody>
                  <a:tcPr/>
                </a:tc>
                <a:tc>
                  <a:txBody>
                    <a:bodyPr/>
                    <a:lstStyle/>
                    <a:p>
                      <a:pPr algn="ctr"/>
                      <a:r>
                        <a:rPr lang="en-US"/>
                        <a:t>ROH</a:t>
                      </a:r>
                      <a:endParaRPr lang="en-IN"/>
                    </a:p>
                  </a:txBody>
                  <a:tcPr/>
                </a:tc>
                <a:extLst>
                  <a:ext uri="{0D108BD9-81ED-4DB2-BD59-A6C34878D82A}">
                    <a16:rowId xmlns:a16="http://schemas.microsoft.com/office/drawing/2014/main" val="1609306482"/>
                  </a:ext>
                </a:extLst>
              </a:tr>
              <a:tr h="370840">
                <a:tc>
                  <a:txBody>
                    <a:bodyPr/>
                    <a:lstStyle/>
                    <a:p>
                      <a:pPr algn="ctr"/>
                      <a:r>
                        <a:rPr lang="en-US"/>
                        <a:t>100</a:t>
                      </a:r>
                      <a:endParaRPr lang="en-IN"/>
                    </a:p>
                  </a:txBody>
                  <a:tcPr/>
                </a:tc>
                <a:tc>
                  <a:txBody>
                    <a:bodyPr/>
                    <a:lstStyle/>
                    <a:p>
                      <a:pPr algn="ctr"/>
                      <a:r>
                        <a:rPr lang="en-US"/>
                        <a:t>Carton Box</a:t>
                      </a:r>
                      <a:endParaRPr lang="en-IN"/>
                    </a:p>
                  </a:txBody>
                  <a:tcPr/>
                </a:tc>
                <a:tc>
                  <a:txBody>
                    <a:bodyPr/>
                    <a:lstStyle/>
                    <a:p>
                      <a:pPr algn="ctr"/>
                      <a:r>
                        <a:rPr lang="en-US"/>
                        <a:t>VERP</a:t>
                      </a:r>
                      <a:endParaRPr lang="en-IN"/>
                    </a:p>
                  </a:txBody>
                  <a:tcPr/>
                </a:tc>
                <a:extLst>
                  <a:ext uri="{0D108BD9-81ED-4DB2-BD59-A6C34878D82A}">
                    <a16:rowId xmlns:a16="http://schemas.microsoft.com/office/drawing/2014/main" val="3376855672"/>
                  </a:ext>
                </a:extLst>
              </a:tr>
              <a:tr h="370840">
                <a:tc>
                  <a:txBody>
                    <a:bodyPr/>
                    <a:lstStyle/>
                    <a:p>
                      <a:pPr algn="ctr"/>
                      <a:r>
                        <a:rPr lang="en-US"/>
                        <a:t>110</a:t>
                      </a:r>
                      <a:endParaRPr lang="en-IN"/>
                    </a:p>
                  </a:txBody>
                  <a:tcPr/>
                </a:tc>
                <a:tc>
                  <a:txBody>
                    <a:bodyPr/>
                    <a:lstStyle/>
                    <a:p>
                      <a:pPr algn="ctr"/>
                      <a:r>
                        <a:rPr lang="en-US" err="1"/>
                        <a:t>Thermocol</a:t>
                      </a:r>
                      <a:r>
                        <a:rPr lang="en-US"/>
                        <a:t> / Foam</a:t>
                      </a:r>
                      <a:endParaRPr lang="en-IN"/>
                    </a:p>
                  </a:txBody>
                  <a:tcPr/>
                </a:tc>
                <a:tc>
                  <a:txBody>
                    <a:bodyPr/>
                    <a:lstStyle/>
                    <a:p>
                      <a:pPr algn="ctr"/>
                      <a:r>
                        <a:rPr lang="en-US"/>
                        <a:t>ROH</a:t>
                      </a:r>
                      <a:endParaRPr lang="en-IN"/>
                    </a:p>
                  </a:txBody>
                  <a:tcPr/>
                </a:tc>
                <a:extLst>
                  <a:ext uri="{0D108BD9-81ED-4DB2-BD59-A6C34878D82A}">
                    <a16:rowId xmlns:a16="http://schemas.microsoft.com/office/drawing/2014/main" val="1387377560"/>
                  </a:ext>
                </a:extLst>
              </a:tr>
              <a:tr h="370840">
                <a:tc>
                  <a:txBody>
                    <a:bodyPr/>
                    <a:lstStyle/>
                    <a:p>
                      <a:pPr algn="ctr"/>
                      <a:r>
                        <a:rPr lang="en-US"/>
                        <a:t>120</a:t>
                      </a:r>
                      <a:endParaRPr lang="en-IN"/>
                    </a:p>
                  </a:txBody>
                  <a:tcPr/>
                </a:tc>
                <a:tc>
                  <a:txBody>
                    <a:bodyPr/>
                    <a:lstStyle/>
                    <a:p>
                      <a:pPr algn="ctr"/>
                      <a:r>
                        <a:rPr lang="en-US"/>
                        <a:t>Bubble Wrap</a:t>
                      </a:r>
                      <a:endParaRPr lang="en-IN"/>
                    </a:p>
                  </a:txBody>
                  <a:tcPr/>
                </a:tc>
                <a:tc>
                  <a:txBody>
                    <a:bodyPr/>
                    <a:lstStyle/>
                    <a:p>
                      <a:pPr algn="ctr"/>
                      <a:r>
                        <a:rPr lang="en-US"/>
                        <a:t>ROH</a:t>
                      </a:r>
                      <a:endParaRPr lang="en-IN"/>
                    </a:p>
                  </a:txBody>
                  <a:tcPr/>
                </a:tc>
                <a:extLst>
                  <a:ext uri="{0D108BD9-81ED-4DB2-BD59-A6C34878D82A}">
                    <a16:rowId xmlns:a16="http://schemas.microsoft.com/office/drawing/2014/main" val="2413433866"/>
                  </a:ext>
                </a:extLst>
              </a:tr>
            </a:tbl>
          </a:graphicData>
        </a:graphic>
      </p:graphicFrame>
      <p:sp>
        <p:nvSpPr>
          <p:cNvPr id="4" name="Date Placeholder 3">
            <a:extLst>
              <a:ext uri="{FF2B5EF4-FFF2-40B4-BE49-F238E27FC236}">
                <a16:creationId xmlns:a16="http://schemas.microsoft.com/office/drawing/2014/main" id="{EC3C1D1D-1650-D41E-C854-087FE89844F9}"/>
              </a:ext>
            </a:extLst>
          </p:cNvPr>
          <p:cNvSpPr>
            <a:spLocks noGrp="1"/>
          </p:cNvSpPr>
          <p:nvPr>
            <p:ph type="dt" sz="half" idx="10"/>
          </p:nvPr>
        </p:nvSpPr>
        <p:spPr>
          <a:xfrm>
            <a:off x="2651760" y="6400800"/>
            <a:ext cx="1371600" cy="228600"/>
          </a:xfrm>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3F76C9B6-0866-2A1B-1D85-E43E81B1CC11}"/>
              </a:ext>
            </a:extLst>
          </p:cNvPr>
          <p:cNvSpPr>
            <a:spLocks noGrp="1"/>
          </p:cNvSpPr>
          <p:nvPr>
            <p:ph type="ftr" sz="quarter" idx="11"/>
          </p:nvPr>
        </p:nvSpPr>
        <p:spPr>
          <a:xfrm>
            <a:off x="1005840" y="6400800"/>
            <a:ext cx="1371600" cy="228600"/>
          </a:xfrm>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12C253C5-AC85-219E-F68C-F0AE0102809B}"/>
              </a:ext>
            </a:extLst>
          </p:cNvPr>
          <p:cNvSpPr>
            <a:spLocks noGrp="1"/>
          </p:cNvSpPr>
          <p:nvPr>
            <p:ph type="sldNum" sz="quarter" idx="12"/>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23</a:t>
            </a:fld>
            <a:endParaRPr lang="en-US"/>
          </a:p>
        </p:txBody>
      </p:sp>
      <p:pic>
        <p:nvPicPr>
          <p:cNvPr id="8" name="Picture 7" descr="A blue bicycle with a white background&#10;&#10;AI-generated content may be incorrect.">
            <a:extLst>
              <a:ext uri="{FF2B5EF4-FFF2-40B4-BE49-F238E27FC236}">
                <a16:creationId xmlns:a16="http://schemas.microsoft.com/office/drawing/2014/main" id="{93030BDD-A0F8-4BDE-CCFF-4F26037ADC63}"/>
              </a:ext>
            </a:extLst>
          </p:cNvPr>
          <p:cNvPicPr>
            <a:picLocks noChangeAspect="1"/>
          </p:cNvPicPr>
          <p:nvPr/>
        </p:nvPicPr>
        <p:blipFill>
          <a:blip r:embed="rId2"/>
          <a:stretch>
            <a:fillRect/>
          </a:stretch>
        </p:blipFill>
        <p:spPr>
          <a:xfrm>
            <a:off x="0" y="1495425"/>
            <a:ext cx="5495925" cy="3705225"/>
          </a:xfrm>
          <a:prstGeom prst="rect">
            <a:avLst/>
          </a:prstGeom>
        </p:spPr>
      </p:pic>
    </p:spTree>
    <p:extLst>
      <p:ext uri="{BB962C8B-B14F-4D97-AF65-F5344CB8AC3E}">
        <p14:creationId xmlns:p14="http://schemas.microsoft.com/office/powerpoint/2010/main" val="2666662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8F009AFE-58B1-3A3F-958F-08A8649D22CA}"/>
              </a:ext>
            </a:extLst>
          </p:cNvPr>
          <p:cNvPicPr>
            <a:picLocks noGrp="1" noChangeAspect="1" noChangeArrowheads="1"/>
          </p:cNvPicPr>
          <p:nvPr>
            <p:ph type="pic" sz="quarter" idx="22"/>
          </p:nvPr>
        </p:nvPicPr>
        <p:blipFill>
          <a:blip r:embed="rId2">
            <a:extLst>
              <a:ext uri="{28A0092B-C50C-407E-A947-70E740481C1C}">
                <a14:useLocalDpi xmlns:a14="http://schemas.microsoft.com/office/drawing/2010/main" val="0"/>
              </a:ext>
            </a:extLst>
          </a:blip>
          <a:srcRect t="2600" b="2600"/>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C2C2783-9FF8-939E-9EB9-AF8610AB27A7}"/>
              </a:ext>
            </a:extLst>
          </p:cNvPr>
          <p:cNvSpPr>
            <a:spLocks noGrp="1"/>
          </p:cNvSpPr>
          <p:nvPr>
            <p:ph type="title"/>
          </p:nvPr>
        </p:nvSpPr>
        <p:spPr>
          <a:xfrm>
            <a:off x="457200" y="-169059"/>
            <a:ext cx="4652347" cy="1151084"/>
          </a:xfrm>
        </p:spPr>
        <p:txBody>
          <a:bodyPr wrap="square" anchor="ctr">
            <a:normAutofit/>
          </a:bodyPr>
          <a:lstStyle/>
          <a:p>
            <a:r>
              <a:rPr lang="en-IN" sz="3600" u="sng">
                <a:solidFill>
                  <a:srgbClr val="C00000"/>
                </a:solidFill>
              </a:rPr>
              <a:t>Packing Materials</a:t>
            </a:r>
          </a:p>
        </p:txBody>
      </p:sp>
      <p:sp>
        <p:nvSpPr>
          <p:cNvPr id="4" name="Date Placeholder 3">
            <a:extLst>
              <a:ext uri="{FF2B5EF4-FFF2-40B4-BE49-F238E27FC236}">
                <a16:creationId xmlns:a16="http://schemas.microsoft.com/office/drawing/2014/main" id="{03B7DFB2-F6CB-BBF9-E93E-33030E81DA3E}"/>
              </a:ext>
            </a:extLst>
          </p:cNvPr>
          <p:cNvSpPr>
            <a:spLocks noGrp="1"/>
          </p:cNvSpPr>
          <p:nvPr>
            <p:ph type="dt" sz="half" idx="23"/>
          </p:nvPr>
        </p:nvSpPr>
        <p:spPr/>
        <p:txBody>
          <a:bodyPr anchor="ctr">
            <a:normAutofit/>
          </a:bodyPr>
          <a:lstStyle/>
          <a:p>
            <a:pPr>
              <a:spcAft>
                <a:spcPts val="600"/>
              </a:spcAft>
            </a:pPr>
            <a:fld id="{29DAD134-242A-4F7A-8A44-060D04356D9F}"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4CEE5467-5504-1F9E-7748-E0398885169E}"/>
              </a:ext>
            </a:extLst>
          </p:cNvPr>
          <p:cNvSpPr>
            <a:spLocks noGrp="1"/>
          </p:cNvSpPr>
          <p:nvPr>
            <p:ph type="ftr" sz="quarter" idx="24"/>
          </p:nvPr>
        </p:nvSpPr>
        <p:spPr/>
        <p:txBody>
          <a:bodyPr anchor="ctr">
            <a:normAutofit/>
          </a:bodyPr>
          <a:lstStyle/>
          <a:p>
            <a:pPr>
              <a:spcAft>
                <a:spcPts val="600"/>
              </a:spcAft>
            </a:pPr>
            <a:r>
              <a:rPr lang="en-US"/>
              <a:t>© 2025–2027 Cognizant | Private</a:t>
            </a:r>
          </a:p>
        </p:txBody>
      </p:sp>
      <p:sp>
        <p:nvSpPr>
          <p:cNvPr id="6" name="Slide Number Placeholder 5">
            <a:extLst>
              <a:ext uri="{FF2B5EF4-FFF2-40B4-BE49-F238E27FC236}">
                <a16:creationId xmlns:a16="http://schemas.microsoft.com/office/drawing/2014/main" id="{F99387D4-FA36-FD20-6AF4-17203053BED8}"/>
              </a:ext>
            </a:extLst>
          </p:cNvPr>
          <p:cNvSpPr>
            <a:spLocks noGrp="1"/>
          </p:cNvSpPr>
          <p:nvPr>
            <p:ph type="sldNum" sz="quarter" idx="25"/>
          </p:nvPr>
        </p:nvSpPr>
        <p:spPr/>
        <p:txBody>
          <a:bodyPr anchor="ctr">
            <a:normAutofit/>
          </a:bodyPr>
          <a:lstStyle/>
          <a:p>
            <a:pPr>
              <a:spcAft>
                <a:spcPts val="600"/>
              </a:spcAft>
            </a:pPr>
            <a:fld id="{38826FC0-333C-E549-9FA3-0EE43DF298A3}"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6DA2A9C0-C166-710D-2F71-70DBCE556614}"/>
              </a:ext>
            </a:extLst>
          </p:cNvPr>
          <p:cNvSpPr txBox="1"/>
          <p:nvPr/>
        </p:nvSpPr>
        <p:spPr>
          <a:xfrm>
            <a:off x="460046" y="691898"/>
            <a:ext cx="6759084" cy="626863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a:buChar char="•"/>
            </a:pPr>
            <a:r>
              <a:rPr lang="en-US" b="1">
                <a:latin typeface="Segoe UI"/>
                <a:cs typeface="Segoe UI"/>
              </a:rPr>
              <a:t>Packaging Type</a:t>
            </a:r>
            <a:endParaRPr lang="en-US">
              <a:cs typeface="Arial"/>
            </a:endParaRPr>
          </a:p>
          <a:p>
            <a:pPr marL="742950" lvl="1" indent="-285750">
              <a:buFont typeface="Courier New"/>
              <a:buChar char="o"/>
            </a:pPr>
            <a:r>
              <a:rPr lang="en-US">
                <a:latin typeface="Segoe UI"/>
                <a:cs typeface="Segoe UI"/>
              </a:rPr>
              <a:t>Corrugated boxes for frame and components</a:t>
            </a:r>
            <a:endParaRPr lang="en-US">
              <a:cs typeface="Arial" panose="020B0604020202020204"/>
            </a:endParaRPr>
          </a:p>
          <a:p>
            <a:pPr marL="742950" lvl="1" indent="-285750">
              <a:buFont typeface="Courier New"/>
              <a:buChar char="o"/>
            </a:pPr>
            <a:r>
              <a:rPr lang="en-US">
                <a:latin typeface="Segoe UI"/>
                <a:cs typeface="Segoe UI"/>
              </a:rPr>
              <a:t>Bubble wrap for delicate parts (gears, brakes)</a:t>
            </a:r>
            <a:endParaRPr lang="en-US">
              <a:cs typeface="Arial" panose="020B0604020202020204"/>
            </a:endParaRPr>
          </a:p>
          <a:p>
            <a:pPr marL="742950" lvl="1" indent="-285750">
              <a:buFont typeface="Courier New"/>
              <a:buChar char="o"/>
            </a:pPr>
            <a:r>
              <a:rPr lang="en-US">
                <a:latin typeface="Segoe UI"/>
                <a:cs typeface="Segoe UI"/>
              </a:rPr>
              <a:t>Foam padding for wheels and handlebar</a:t>
            </a:r>
            <a:endParaRPr lang="en-US">
              <a:cs typeface="Arial" panose="020B0604020202020204"/>
            </a:endParaRPr>
          </a:p>
          <a:p>
            <a:pPr marL="285750" indent="-285750">
              <a:buFont typeface="Arial"/>
              <a:buChar char="•"/>
            </a:pPr>
            <a:endParaRPr lang="en-US">
              <a:latin typeface="Segoe UI"/>
              <a:cs typeface="Segoe UI"/>
            </a:endParaRPr>
          </a:p>
          <a:p>
            <a:pPr marL="285750" indent="-285750">
              <a:buFont typeface="Arial"/>
              <a:buChar char="•"/>
            </a:pPr>
            <a:r>
              <a:rPr lang="en-US" b="1">
                <a:latin typeface="Segoe UI"/>
                <a:cs typeface="Segoe UI"/>
              </a:rPr>
              <a:t>Dimensions &amp; Weight</a:t>
            </a:r>
            <a:endParaRPr lang="en-US">
              <a:cs typeface="Arial"/>
            </a:endParaRPr>
          </a:p>
          <a:p>
            <a:pPr marL="742950" lvl="1" indent="-285750">
              <a:buFont typeface="Courier New"/>
              <a:buChar char="o"/>
            </a:pPr>
            <a:r>
              <a:rPr lang="en-US">
                <a:latin typeface="Segoe UI"/>
                <a:cs typeface="Segoe UI"/>
              </a:rPr>
              <a:t>Box size (e.g., 150 cm x 30 cm x 80 cm)</a:t>
            </a:r>
            <a:endParaRPr lang="en-US">
              <a:cs typeface="Arial" panose="020B0604020202020204"/>
            </a:endParaRPr>
          </a:p>
          <a:p>
            <a:pPr marL="742950" lvl="1" indent="-285750">
              <a:buFont typeface="Courier New"/>
              <a:buChar char="o"/>
            </a:pPr>
            <a:r>
              <a:rPr lang="en-US">
                <a:latin typeface="Segoe UI"/>
                <a:cs typeface="Segoe UI"/>
              </a:rPr>
              <a:t>Approx. weight of packaged bicycle</a:t>
            </a:r>
            <a:endParaRPr lang="en-US">
              <a:cs typeface="Arial" panose="020B0604020202020204"/>
            </a:endParaRPr>
          </a:p>
          <a:p>
            <a:pPr marL="285750" indent="-285750">
              <a:buFont typeface="Arial"/>
              <a:buChar char="•"/>
            </a:pPr>
            <a:endParaRPr lang="en-US">
              <a:latin typeface="Segoe UI"/>
              <a:cs typeface="Segoe UI"/>
            </a:endParaRPr>
          </a:p>
          <a:p>
            <a:pPr marL="285750" indent="-285750">
              <a:buFont typeface="Arial"/>
              <a:buChar char="•"/>
            </a:pPr>
            <a:r>
              <a:rPr lang="en-US" b="1">
                <a:latin typeface="Segoe UI"/>
                <a:cs typeface="Segoe UI"/>
              </a:rPr>
              <a:t>Labeling &amp; Markings</a:t>
            </a:r>
            <a:endParaRPr lang="en-US">
              <a:cs typeface="Arial"/>
            </a:endParaRPr>
          </a:p>
          <a:p>
            <a:pPr marL="742950" lvl="1" indent="-285750">
              <a:buFont typeface="Courier New"/>
              <a:buChar char="o"/>
            </a:pPr>
            <a:r>
              <a:rPr lang="en-US">
                <a:latin typeface="Segoe UI"/>
                <a:cs typeface="Segoe UI"/>
              </a:rPr>
              <a:t>Product name and SKU</a:t>
            </a:r>
            <a:endParaRPr lang="en-US">
              <a:cs typeface="Arial" panose="020B0604020202020204"/>
            </a:endParaRPr>
          </a:p>
          <a:p>
            <a:pPr marL="742950" lvl="1" indent="-285750">
              <a:buFont typeface="Courier New"/>
              <a:buChar char="o"/>
            </a:pPr>
            <a:r>
              <a:rPr lang="en-US">
                <a:latin typeface="Segoe UI"/>
                <a:cs typeface="Segoe UI"/>
              </a:rPr>
              <a:t>Handling instructions (e.g., “Fragile”, “This Side Up”)</a:t>
            </a:r>
            <a:endParaRPr lang="en-US">
              <a:cs typeface="Arial" panose="020B0604020202020204"/>
            </a:endParaRPr>
          </a:p>
          <a:p>
            <a:pPr marL="742950" lvl="1" indent="-285750">
              <a:buFont typeface="Courier New"/>
              <a:buChar char="o"/>
            </a:pPr>
            <a:r>
              <a:rPr lang="en-US">
                <a:latin typeface="Segoe UI"/>
                <a:cs typeface="Segoe UI"/>
              </a:rPr>
              <a:t>Barcode for inventory tracking</a:t>
            </a:r>
            <a:endParaRPr lang="en-US">
              <a:cs typeface="Arial" panose="020B0604020202020204"/>
            </a:endParaRPr>
          </a:p>
          <a:p>
            <a:pPr marL="285750" indent="-285750">
              <a:buFont typeface="Arial"/>
              <a:buChar char="•"/>
            </a:pPr>
            <a:endParaRPr lang="en-US">
              <a:latin typeface="Segoe UI"/>
              <a:cs typeface="Segoe UI"/>
            </a:endParaRPr>
          </a:p>
          <a:p>
            <a:pPr marL="285750" indent="-285750">
              <a:buFont typeface="Arial"/>
              <a:buChar char="•"/>
            </a:pPr>
            <a:r>
              <a:rPr lang="en-US" b="1">
                <a:latin typeface="Segoe UI"/>
                <a:cs typeface="Segoe UI"/>
              </a:rPr>
              <a:t>Sustainability</a:t>
            </a:r>
            <a:endParaRPr lang="en-US">
              <a:cs typeface="Arial"/>
            </a:endParaRPr>
          </a:p>
          <a:p>
            <a:pPr marL="742950" lvl="1" indent="-285750">
              <a:buFont typeface="Courier New"/>
              <a:buChar char="o"/>
            </a:pPr>
            <a:r>
              <a:rPr lang="en-US">
                <a:latin typeface="Segoe UI"/>
                <a:cs typeface="Segoe UI"/>
              </a:rPr>
              <a:t>Eco-friendly packaging options</a:t>
            </a:r>
            <a:endParaRPr lang="en-US">
              <a:cs typeface="Arial" panose="020B0604020202020204"/>
            </a:endParaRPr>
          </a:p>
          <a:p>
            <a:pPr marL="742950" lvl="1" indent="-285750">
              <a:buFont typeface="Courier New"/>
              <a:buChar char="o"/>
            </a:pPr>
            <a:r>
              <a:rPr lang="en-US">
                <a:latin typeface="Segoe UI"/>
                <a:cs typeface="Segoe UI"/>
              </a:rPr>
              <a:t>Compliance with environmental standards</a:t>
            </a:r>
            <a:endParaRPr lang="en-US">
              <a:cs typeface="Arial" panose="020B0604020202020204"/>
            </a:endParaRPr>
          </a:p>
          <a:p>
            <a:pPr marL="285750" indent="-285750">
              <a:buFont typeface="Arial"/>
              <a:buChar char="•"/>
            </a:pPr>
            <a:endParaRPr lang="en-US">
              <a:latin typeface="Segoe UI"/>
              <a:cs typeface="Segoe UI"/>
            </a:endParaRPr>
          </a:p>
          <a:p>
            <a:pPr marL="285750" indent="-285750">
              <a:buFont typeface="Arial"/>
              <a:buChar char="•"/>
            </a:pPr>
            <a:r>
              <a:rPr lang="en-US" b="1">
                <a:latin typeface="Segoe UI"/>
                <a:cs typeface="Segoe UI"/>
              </a:rPr>
              <a:t>Visual Diagram</a:t>
            </a:r>
            <a:endParaRPr lang="en-US">
              <a:cs typeface="Arial"/>
            </a:endParaRPr>
          </a:p>
          <a:p>
            <a:pPr marL="742950" lvl="1" indent="-285750">
              <a:buFont typeface="Courier New"/>
              <a:buChar char="o"/>
            </a:pPr>
            <a:r>
              <a:rPr lang="en-US">
                <a:latin typeface="Segoe UI"/>
                <a:cs typeface="Segoe UI"/>
              </a:rPr>
              <a:t>Show an image of the bicycle inside the packaging</a:t>
            </a:r>
            <a:endParaRPr lang="en-US">
              <a:cs typeface="Arial" panose="020B0604020202020204"/>
            </a:endParaRPr>
          </a:p>
          <a:p>
            <a:pPr marL="742950" lvl="1" indent="-285750">
              <a:buFont typeface="Courier New"/>
              <a:buChar char="o"/>
            </a:pPr>
            <a:r>
              <a:rPr lang="en-US">
                <a:latin typeface="Segoe UI"/>
                <a:cs typeface="Segoe UI"/>
              </a:rPr>
              <a:t>Highlight protective layers and arrangement</a:t>
            </a:r>
            <a:endParaRPr lang="en-US">
              <a:cs typeface="Arial"/>
            </a:endParaRPr>
          </a:p>
          <a:p>
            <a:pPr algn="l">
              <a:lnSpc>
                <a:spcPct val="110000"/>
              </a:lnSpc>
              <a:spcBef>
                <a:spcPts val="600"/>
              </a:spcBef>
              <a:spcAft>
                <a:spcPts val="0"/>
              </a:spcAft>
            </a:pPr>
            <a:endParaRPr lang="en-US" sz="2400">
              <a:cs typeface="Arial"/>
            </a:endParaRPr>
          </a:p>
        </p:txBody>
      </p:sp>
    </p:spTree>
    <p:extLst>
      <p:ext uri="{BB962C8B-B14F-4D97-AF65-F5344CB8AC3E}">
        <p14:creationId xmlns:p14="http://schemas.microsoft.com/office/powerpoint/2010/main" val="2717307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B3DEB-6CF8-D4C9-5B00-5035484E33C1}"/>
              </a:ext>
            </a:extLst>
          </p:cNvPr>
          <p:cNvSpPr>
            <a:spLocks noGrp="1"/>
          </p:cNvSpPr>
          <p:nvPr>
            <p:ph type="title"/>
          </p:nvPr>
        </p:nvSpPr>
        <p:spPr>
          <a:xfrm>
            <a:off x="457200" y="457200"/>
            <a:ext cx="11277600" cy="498598"/>
          </a:xfrm>
        </p:spPr>
        <p:txBody>
          <a:bodyPr/>
          <a:lstStyle/>
          <a:p>
            <a:r>
              <a:rPr lang="en-US" sz="3600" u="sng">
                <a:solidFill>
                  <a:srgbClr val="C00000"/>
                </a:solidFill>
              </a:rPr>
              <a:t>Bill Of Material (BOM)</a:t>
            </a:r>
            <a:endParaRPr lang="en-IN" sz="3600">
              <a:solidFill>
                <a:srgbClr val="C00000"/>
              </a:solidFill>
              <a:cs typeface="Arial" panose="020B0604020202020204"/>
            </a:endParaRPr>
          </a:p>
        </p:txBody>
      </p:sp>
      <p:sp>
        <p:nvSpPr>
          <p:cNvPr id="4" name="Date Placeholder 3">
            <a:extLst>
              <a:ext uri="{FF2B5EF4-FFF2-40B4-BE49-F238E27FC236}">
                <a16:creationId xmlns:a16="http://schemas.microsoft.com/office/drawing/2014/main" id="{C532FBBB-140D-3B15-8F92-0592B763CE0C}"/>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D4F33438-94E7-1C9D-49AA-FDEC6DB9077B}"/>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76390B6D-8153-561F-3BB7-696721C05D22}"/>
              </a:ext>
            </a:extLst>
          </p:cNvPr>
          <p:cNvSpPr>
            <a:spLocks noGrp="1"/>
          </p:cNvSpPr>
          <p:nvPr>
            <p:ph type="sldNum" sz="quarter" idx="12"/>
          </p:nvPr>
        </p:nvSpPr>
        <p:spPr/>
        <p:txBody>
          <a:bodyPr/>
          <a:lstStyle/>
          <a:p>
            <a:fld id="{38826FC0-333C-E549-9FA3-0EE43DF298A3}" type="slidenum">
              <a:rPr lang="en-US" smtClean="0"/>
              <a:pPr/>
              <a:t>25</a:t>
            </a:fld>
            <a:endParaRPr lang="en-US"/>
          </a:p>
        </p:txBody>
      </p:sp>
      <p:pic>
        <p:nvPicPr>
          <p:cNvPr id="8" name="Picture 2">
            <a:extLst>
              <a:ext uri="{FF2B5EF4-FFF2-40B4-BE49-F238E27FC236}">
                <a16:creationId xmlns:a16="http://schemas.microsoft.com/office/drawing/2014/main" id="{B08D0EE9-9138-3870-3252-C6E361F071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98" t="34074" r="8821"/>
          <a:stretch>
            <a:fillRect/>
          </a:stretch>
        </p:blipFill>
        <p:spPr bwMode="auto">
          <a:xfrm>
            <a:off x="704851" y="1091399"/>
            <a:ext cx="4391024" cy="5633251"/>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C7FE11C-877F-0704-2391-0E938A65D250}"/>
              </a:ext>
            </a:extLst>
          </p:cNvPr>
          <p:cNvSpPr txBox="1"/>
          <p:nvPr/>
        </p:nvSpPr>
        <p:spPr>
          <a:xfrm>
            <a:off x="6743700" y="1592048"/>
            <a:ext cx="5105400" cy="1027327"/>
          </a:xfrm>
          <a:prstGeom prst="rect">
            <a:avLst/>
          </a:prstGeom>
          <a:noFill/>
          <a:ln w="19050">
            <a:solidFill>
              <a:schemeClr val="accent6">
                <a:lumMod val="10000"/>
              </a:schemeClr>
            </a:solidFill>
          </a:ln>
        </p:spPr>
        <p:txBody>
          <a:bodyPr wrap="square" lIns="0" tIns="0" rIns="0" bIns="0" rtlCol="0">
            <a:noAutofit/>
          </a:bodyPr>
          <a:lstStyle/>
          <a:p>
            <a:pPr algn="ctr"/>
            <a:r>
              <a:rPr lang="en-US"/>
              <a:t>Bill of materials master data is related to material requirement planning and provides the list of components to produce the product.</a:t>
            </a:r>
          </a:p>
        </p:txBody>
      </p:sp>
      <p:sp>
        <p:nvSpPr>
          <p:cNvPr id="10" name="TextBox 9">
            <a:extLst>
              <a:ext uri="{FF2B5EF4-FFF2-40B4-BE49-F238E27FC236}">
                <a16:creationId xmlns:a16="http://schemas.microsoft.com/office/drawing/2014/main" id="{E1D16B44-EEF9-24F9-1F9F-B977410E6C89}"/>
              </a:ext>
            </a:extLst>
          </p:cNvPr>
          <p:cNvSpPr txBox="1"/>
          <p:nvPr/>
        </p:nvSpPr>
        <p:spPr>
          <a:xfrm>
            <a:off x="6810375" y="3554200"/>
            <a:ext cx="5105400" cy="1864152"/>
          </a:xfrm>
          <a:prstGeom prst="rect">
            <a:avLst/>
          </a:prstGeom>
          <a:noFill/>
          <a:ln w="19050">
            <a:solidFill>
              <a:schemeClr val="tx1"/>
            </a:solidFill>
          </a:ln>
        </p:spPr>
        <p:txBody>
          <a:bodyPr wrap="square" lIns="0" tIns="0" rIns="0" bIns="0" rtlCol="0">
            <a:noAutofit/>
          </a:bodyPr>
          <a:lstStyle/>
          <a:p>
            <a:pPr algn="ctr"/>
            <a:r>
              <a:rPr lang="en-US"/>
              <a:t>To produce a product with different variants, you can create super Bills of Material that has a list of components to manufacture different variants of a product. Selection of component depends on the details mentioned in the planning order. You can create up to 99 Bills of Material.</a:t>
            </a:r>
          </a:p>
        </p:txBody>
      </p:sp>
    </p:spTree>
    <p:extLst>
      <p:ext uri="{BB962C8B-B14F-4D97-AF65-F5344CB8AC3E}">
        <p14:creationId xmlns:p14="http://schemas.microsoft.com/office/powerpoint/2010/main" val="3828675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8D4DC10-4984-442E-DF81-4BFB68CFD4B3}"/>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AEE6E380-3F07-8B38-4E3F-0A1FEC8ED991}"/>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5F35DB64-8E4E-611D-CF1B-207C3ACB5787}"/>
              </a:ext>
            </a:extLst>
          </p:cNvPr>
          <p:cNvSpPr>
            <a:spLocks noGrp="1"/>
          </p:cNvSpPr>
          <p:nvPr>
            <p:ph type="sldNum" sz="quarter" idx="12"/>
          </p:nvPr>
        </p:nvSpPr>
        <p:spPr/>
        <p:txBody>
          <a:bodyPr/>
          <a:lstStyle/>
          <a:p>
            <a:fld id="{38826FC0-333C-E549-9FA3-0EE43DF298A3}" type="slidenum">
              <a:rPr lang="en-US" smtClean="0"/>
              <a:pPr/>
              <a:t>26</a:t>
            </a:fld>
            <a:endParaRPr lang="en-US"/>
          </a:p>
        </p:txBody>
      </p:sp>
      <p:pic>
        <p:nvPicPr>
          <p:cNvPr id="14" name="Picture 13">
            <a:extLst>
              <a:ext uri="{FF2B5EF4-FFF2-40B4-BE49-F238E27FC236}">
                <a16:creationId xmlns:a16="http://schemas.microsoft.com/office/drawing/2014/main" id="{9E69B83F-BDF7-D73B-69FD-E1EB0A3440A6}"/>
              </a:ext>
            </a:extLst>
          </p:cNvPr>
          <p:cNvPicPr>
            <a:picLocks noChangeAspect="1"/>
          </p:cNvPicPr>
          <p:nvPr/>
        </p:nvPicPr>
        <p:blipFill>
          <a:blip r:embed="rId2"/>
          <a:stretch>
            <a:fillRect/>
          </a:stretch>
        </p:blipFill>
        <p:spPr>
          <a:xfrm>
            <a:off x="210312" y="137925"/>
            <a:ext cx="3364992" cy="3461134"/>
          </a:xfrm>
          <a:prstGeom prst="rect">
            <a:avLst/>
          </a:prstGeom>
          <a:ln w="19050">
            <a:solidFill>
              <a:schemeClr val="tx1"/>
            </a:solidFill>
          </a:ln>
        </p:spPr>
      </p:pic>
      <p:sp>
        <p:nvSpPr>
          <p:cNvPr id="2" name="TextBox 1">
            <a:extLst>
              <a:ext uri="{FF2B5EF4-FFF2-40B4-BE49-F238E27FC236}">
                <a16:creationId xmlns:a16="http://schemas.microsoft.com/office/drawing/2014/main" id="{876BB61A-4363-F574-0C0B-945E0495E745}"/>
              </a:ext>
            </a:extLst>
          </p:cNvPr>
          <p:cNvSpPr txBox="1"/>
          <p:nvPr/>
        </p:nvSpPr>
        <p:spPr>
          <a:xfrm>
            <a:off x="3779520" y="193685"/>
            <a:ext cx="8202168" cy="1674807"/>
          </a:xfrm>
          <a:prstGeom prst="rect">
            <a:avLst/>
          </a:prstGeom>
          <a:noFill/>
          <a:ln w="19050">
            <a:solidFill>
              <a:schemeClr val="tx1"/>
            </a:solidFill>
          </a:ln>
        </p:spPr>
        <p:txBody>
          <a:bodyPr wrap="square" lIns="0" tIns="0" rIns="0" bIns="0" rtlCol="0">
            <a:noAutofit/>
          </a:bodyPr>
          <a:lstStyle/>
          <a:p>
            <a:r>
              <a:rPr lang="en-US"/>
              <a:t>Select the following details −</a:t>
            </a:r>
          </a:p>
          <a:p>
            <a:pPr marL="285750" indent="-285750">
              <a:buFont typeface="Arial" panose="020B0604020202020204" pitchFamily="34" charset="0"/>
              <a:buChar char="•"/>
            </a:pPr>
            <a:r>
              <a:rPr lang="en-US"/>
              <a:t>Material</a:t>
            </a:r>
          </a:p>
          <a:p>
            <a:pPr marL="285750" indent="-285750">
              <a:buFont typeface="Arial" panose="020B0604020202020204" pitchFamily="34" charset="0"/>
              <a:buChar char="•"/>
            </a:pPr>
            <a:r>
              <a:rPr lang="en-US"/>
              <a:t>Plant</a:t>
            </a:r>
          </a:p>
          <a:p>
            <a:pPr marL="285750" indent="-285750">
              <a:buFont typeface="Arial" panose="020B0604020202020204" pitchFamily="34" charset="0"/>
              <a:buChar char="•"/>
            </a:pPr>
            <a:r>
              <a:rPr lang="en-US"/>
              <a:t>BOM usage (usage 1 is production)</a:t>
            </a:r>
          </a:p>
          <a:p>
            <a:r>
              <a:rPr lang="en-US"/>
              <a:t>By default, it takes the current date as Valid from. You can select the date as per your requirement.</a:t>
            </a:r>
          </a:p>
          <a:p>
            <a:endParaRPr lang="en-IN" err="1"/>
          </a:p>
        </p:txBody>
      </p:sp>
      <p:pic>
        <p:nvPicPr>
          <p:cNvPr id="7" name="Picture 6">
            <a:extLst>
              <a:ext uri="{FF2B5EF4-FFF2-40B4-BE49-F238E27FC236}">
                <a16:creationId xmlns:a16="http://schemas.microsoft.com/office/drawing/2014/main" id="{931F934A-6462-6768-4A11-510FA4D0DB11}"/>
              </a:ext>
            </a:extLst>
          </p:cNvPr>
          <p:cNvPicPr>
            <a:picLocks noChangeAspect="1"/>
          </p:cNvPicPr>
          <p:nvPr/>
        </p:nvPicPr>
        <p:blipFill>
          <a:blip r:embed="rId3"/>
          <a:stretch>
            <a:fillRect/>
          </a:stretch>
        </p:blipFill>
        <p:spPr>
          <a:xfrm>
            <a:off x="0" y="3751774"/>
            <a:ext cx="12192000" cy="3030340"/>
          </a:xfrm>
          <a:prstGeom prst="rect">
            <a:avLst/>
          </a:prstGeom>
          <a:ln w="19050">
            <a:solidFill>
              <a:schemeClr val="tx1"/>
            </a:solidFill>
          </a:ln>
        </p:spPr>
      </p:pic>
    </p:spTree>
    <p:extLst>
      <p:ext uri="{BB962C8B-B14F-4D97-AF65-F5344CB8AC3E}">
        <p14:creationId xmlns:p14="http://schemas.microsoft.com/office/powerpoint/2010/main" val="4126980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76459B9-2139-6A36-992E-7F0B19DDC76E}"/>
              </a:ext>
            </a:extLst>
          </p:cNvPr>
          <p:cNvSpPr>
            <a:spLocks noGrp="1"/>
          </p:cNvSpPr>
          <p:nvPr>
            <p:ph type="dt" sz="half" idx="10"/>
          </p:nvPr>
        </p:nvSpPr>
        <p:spPr/>
        <p:txBody>
          <a:bodyPr/>
          <a:lstStyle/>
          <a:p>
            <a:fld id="{839DE6A8-E76E-42A7-BF4D-EFAC142F2673}" type="datetime1">
              <a:rPr lang="en-US" smtClean="0"/>
              <a:t>2/24/2026</a:t>
            </a:fld>
            <a:endParaRPr lang="en-US"/>
          </a:p>
        </p:txBody>
      </p:sp>
      <p:sp>
        <p:nvSpPr>
          <p:cNvPr id="4" name="Footer Placeholder 3">
            <a:extLst>
              <a:ext uri="{FF2B5EF4-FFF2-40B4-BE49-F238E27FC236}">
                <a16:creationId xmlns:a16="http://schemas.microsoft.com/office/drawing/2014/main" id="{48033CDE-6009-B125-6E71-F21B043B5E67}"/>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C3DB51A1-0DA1-79EB-651F-D414DDA3C1BA}"/>
              </a:ext>
            </a:extLst>
          </p:cNvPr>
          <p:cNvSpPr>
            <a:spLocks noGrp="1"/>
          </p:cNvSpPr>
          <p:nvPr>
            <p:ph type="sldNum" sz="quarter" idx="12"/>
          </p:nvPr>
        </p:nvSpPr>
        <p:spPr/>
        <p:txBody>
          <a:bodyPr/>
          <a:lstStyle/>
          <a:p>
            <a:fld id="{38826FC0-333C-E549-9FA3-0EE43DF298A3}" type="slidenum">
              <a:rPr lang="en-US" smtClean="0"/>
              <a:pPr/>
              <a:t>27</a:t>
            </a:fld>
            <a:endParaRPr lang="en-US"/>
          </a:p>
        </p:txBody>
      </p:sp>
      <p:pic>
        <p:nvPicPr>
          <p:cNvPr id="9" name="Picture 8">
            <a:extLst>
              <a:ext uri="{FF2B5EF4-FFF2-40B4-BE49-F238E27FC236}">
                <a16:creationId xmlns:a16="http://schemas.microsoft.com/office/drawing/2014/main" id="{3BCC7D88-2262-B51E-0D34-45D0075CFB6B}"/>
              </a:ext>
            </a:extLst>
          </p:cNvPr>
          <p:cNvPicPr>
            <a:picLocks noChangeAspect="1"/>
          </p:cNvPicPr>
          <p:nvPr/>
        </p:nvPicPr>
        <p:blipFill>
          <a:blip r:embed="rId2"/>
          <a:stretch>
            <a:fillRect/>
          </a:stretch>
        </p:blipFill>
        <p:spPr>
          <a:xfrm>
            <a:off x="155448" y="228600"/>
            <a:ext cx="7370064" cy="2984498"/>
          </a:xfrm>
          <a:prstGeom prst="rect">
            <a:avLst/>
          </a:prstGeom>
        </p:spPr>
      </p:pic>
      <p:sp>
        <p:nvSpPr>
          <p:cNvPr id="10" name="TextBox 9">
            <a:extLst>
              <a:ext uri="{FF2B5EF4-FFF2-40B4-BE49-F238E27FC236}">
                <a16:creationId xmlns:a16="http://schemas.microsoft.com/office/drawing/2014/main" id="{EAA8D6C1-ABEE-FDF3-CD2F-DB91107322DE}"/>
              </a:ext>
            </a:extLst>
          </p:cNvPr>
          <p:cNvSpPr txBox="1"/>
          <p:nvPr/>
        </p:nvSpPr>
        <p:spPr>
          <a:xfrm>
            <a:off x="8138160" y="420624"/>
            <a:ext cx="3666744" cy="1728216"/>
          </a:xfrm>
          <a:prstGeom prst="rect">
            <a:avLst/>
          </a:prstGeom>
          <a:noFill/>
          <a:ln w="19050">
            <a:solidFill>
              <a:schemeClr val="tx1"/>
            </a:solidFill>
          </a:ln>
        </p:spPr>
        <p:txBody>
          <a:bodyPr wrap="square" lIns="0" tIns="0" rIns="0" bIns="0" rtlCol="0">
            <a:noAutofit/>
          </a:bodyPr>
          <a:lstStyle/>
          <a:p>
            <a:r>
              <a:rPr lang="en-US"/>
              <a:t>In the next window, enter Item category </a:t>
            </a:r>
            <a:r>
              <a:rPr lang="en-US" b="1"/>
              <a:t>L</a:t>
            </a:r>
            <a:r>
              <a:rPr lang="en-US"/>
              <a:t>. L shows the stock item and </a:t>
            </a:r>
            <a:r>
              <a:rPr lang="en-US" b="1"/>
              <a:t>N</a:t>
            </a:r>
            <a:r>
              <a:rPr lang="en-US"/>
              <a:t> shows nonstock item.</a:t>
            </a:r>
          </a:p>
          <a:p>
            <a:r>
              <a:rPr lang="en-US"/>
              <a:t>Enter the following details −</a:t>
            </a:r>
          </a:p>
          <a:p>
            <a:pPr marL="285750" indent="-285750">
              <a:buFont typeface="Arial" panose="020B0604020202020204" pitchFamily="34" charset="0"/>
              <a:buChar char="•"/>
            </a:pPr>
            <a:r>
              <a:rPr lang="en-US"/>
              <a:t>Component name</a:t>
            </a:r>
          </a:p>
          <a:p>
            <a:pPr marL="285750" indent="-285750">
              <a:buFont typeface="Arial" panose="020B0604020202020204" pitchFamily="34" charset="0"/>
              <a:buChar char="•"/>
            </a:pPr>
            <a:r>
              <a:rPr lang="en-US"/>
              <a:t>Quantity.</a:t>
            </a:r>
          </a:p>
          <a:p>
            <a:pPr algn="l">
              <a:lnSpc>
                <a:spcPct val="110000"/>
              </a:lnSpc>
              <a:spcBef>
                <a:spcPts val="600"/>
              </a:spcBef>
              <a:spcAft>
                <a:spcPts val="0"/>
              </a:spcAft>
            </a:pPr>
            <a:endParaRPr lang="en-IN" err="1"/>
          </a:p>
        </p:txBody>
      </p:sp>
      <p:sp>
        <p:nvSpPr>
          <p:cNvPr id="11" name="TextBox 10">
            <a:extLst>
              <a:ext uri="{FF2B5EF4-FFF2-40B4-BE49-F238E27FC236}">
                <a16:creationId xmlns:a16="http://schemas.microsoft.com/office/drawing/2014/main" id="{19997DD6-A096-D550-885D-B940087BE264}"/>
              </a:ext>
            </a:extLst>
          </p:cNvPr>
          <p:cNvSpPr txBox="1"/>
          <p:nvPr/>
        </p:nvSpPr>
        <p:spPr>
          <a:xfrm>
            <a:off x="274320" y="3694176"/>
            <a:ext cx="11649456" cy="2596896"/>
          </a:xfrm>
          <a:prstGeom prst="rect">
            <a:avLst/>
          </a:prstGeom>
          <a:noFill/>
          <a:ln w="19050">
            <a:solidFill>
              <a:schemeClr val="tx1"/>
            </a:solidFill>
          </a:ln>
        </p:spPr>
        <p:txBody>
          <a:bodyPr wrap="square" lIns="0" tIns="0" rIns="0" bIns="0" rtlCol="0">
            <a:noAutofit/>
          </a:bodyPr>
          <a:lstStyle/>
          <a:p>
            <a:r>
              <a:rPr lang="en-US" b="1"/>
              <a:t>Types of BOM</a:t>
            </a:r>
          </a:p>
          <a:p>
            <a:r>
              <a:rPr lang="en-US"/>
              <a:t>There are two types of BOMs −</a:t>
            </a:r>
          </a:p>
          <a:p>
            <a:pPr marL="285750" indent="-285750">
              <a:buFont typeface="Arial" panose="020B0604020202020204" pitchFamily="34" charset="0"/>
              <a:buChar char="•"/>
            </a:pPr>
            <a:r>
              <a:rPr lang="en-US"/>
              <a:t>Material BOM</a:t>
            </a:r>
          </a:p>
          <a:p>
            <a:pPr lvl="1"/>
            <a:r>
              <a:rPr lang="en-US"/>
              <a:t>When a BOM is created for a material, it is known as a material BOM in SAP. Material BOMs are mainly used to represent the structure of products manufactured within your company.</a:t>
            </a:r>
          </a:p>
          <a:p>
            <a:pPr marL="285750" indent="-285750">
              <a:buFont typeface="Arial" panose="020B0604020202020204" pitchFamily="34" charset="0"/>
              <a:buChar char="•"/>
            </a:pPr>
            <a:r>
              <a:rPr lang="en-US"/>
              <a:t>Sales Order BOM</a:t>
            </a:r>
          </a:p>
          <a:p>
            <a:pPr lvl="1"/>
            <a:r>
              <a:rPr lang="en-US"/>
              <a:t>Sales Order BOM is used when you specially tailor the make-to-order production of products as per the requirements of the customers. To meet the customer requirements, you make sales order specific modifications to various assemblies.</a:t>
            </a:r>
          </a:p>
          <a:p>
            <a:pPr algn="l">
              <a:lnSpc>
                <a:spcPct val="110000"/>
              </a:lnSpc>
              <a:spcBef>
                <a:spcPts val="600"/>
              </a:spcBef>
              <a:spcAft>
                <a:spcPts val="0"/>
              </a:spcAft>
            </a:pPr>
            <a:endParaRPr lang="en-IN" err="1"/>
          </a:p>
        </p:txBody>
      </p:sp>
    </p:spTree>
    <p:extLst>
      <p:ext uri="{BB962C8B-B14F-4D97-AF65-F5344CB8AC3E}">
        <p14:creationId xmlns:p14="http://schemas.microsoft.com/office/powerpoint/2010/main" val="2964089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7B59C7-3EF5-EB1D-5255-324D6E32E153}"/>
              </a:ext>
            </a:extLst>
          </p:cNvPr>
          <p:cNvSpPr>
            <a:spLocks noGrp="1"/>
          </p:cNvSpPr>
          <p:nvPr>
            <p:ph type="body" sz="quarter" idx="13"/>
          </p:nvPr>
        </p:nvSpPr>
        <p:spPr>
          <a:xfrm>
            <a:off x="455113" y="393055"/>
            <a:ext cx="8849360" cy="454881"/>
          </a:xfrm>
        </p:spPr>
        <p:txBody>
          <a:bodyPr vert="horz" lIns="0" tIns="0" rIns="0" bIns="0" rtlCol="0" anchor="t">
            <a:noAutofit/>
          </a:bodyPr>
          <a:lstStyle/>
          <a:p>
            <a:r>
              <a:rPr lang="en-US" sz="3600" b="1" u="sng">
                <a:solidFill>
                  <a:srgbClr val="C00000"/>
                </a:solidFill>
                <a:cs typeface="Arial"/>
              </a:rPr>
              <a:t>WORK CENTER</a:t>
            </a:r>
          </a:p>
        </p:txBody>
      </p:sp>
      <p:sp>
        <p:nvSpPr>
          <p:cNvPr id="3" name="Date Placeholder 2">
            <a:extLst>
              <a:ext uri="{FF2B5EF4-FFF2-40B4-BE49-F238E27FC236}">
                <a16:creationId xmlns:a16="http://schemas.microsoft.com/office/drawing/2014/main" id="{0281D802-3AD4-C650-B338-CB5D9E13D35A}"/>
              </a:ext>
            </a:extLst>
          </p:cNvPr>
          <p:cNvSpPr>
            <a:spLocks noGrp="1"/>
          </p:cNvSpPr>
          <p:nvPr>
            <p:ph type="dt" sz="half" idx="14"/>
          </p:nvPr>
        </p:nvSpPr>
        <p:spPr/>
        <p:txBody>
          <a:bodyPr/>
          <a:lstStyle/>
          <a:p>
            <a:fld id="{1A6FF0F7-F5A2-4432-8684-36DF6A9B872C}" type="datetime1">
              <a:rPr lang="en-US" smtClean="0"/>
              <a:t>2/24/2026</a:t>
            </a:fld>
            <a:endParaRPr lang="en-US"/>
          </a:p>
        </p:txBody>
      </p:sp>
      <p:sp>
        <p:nvSpPr>
          <p:cNvPr id="4" name="Footer Placeholder 3">
            <a:extLst>
              <a:ext uri="{FF2B5EF4-FFF2-40B4-BE49-F238E27FC236}">
                <a16:creationId xmlns:a16="http://schemas.microsoft.com/office/drawing/2014/main" id="{AE1B6526-5AC3-5AFB-2795-B5D88FEA5C4C}"/>
              </a:ext>
            </a:extLst>
          </p:cNvPr>
          <p:cNvSpPr>
            <a:spLocks noGrp="1"/>
          </p:cNvSpPr>
          <p:nvPr>
            <p:ph type="ftr" sz="quarter" idx="15"/>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DAD6044C-65EC-E538-84C8-DFC6D80B5B08}"/>
              </a:ext>
            </a:extLst>
          </p:cNvPr>
          <p:cNvSpPr>
            <a:spLocks noGrp="1"/>
          </p:cNvSpPr>
          <p:nvPr>
            <p:ph type="sldNum" sz="quarter" idx="16"/>
          </p:nvPr>
        </p:nvSpPr>
        <p:spPr/>
        <p:txBody>
          <a:bodyPr/>
          <a:lstStyle/>
          <a:p>
            <a:fld id="{38826FC0-333C-E549-9FA3-0EE43DF298A3}" type="slidenum">
              <a:rPr lang="en-US" smtClean="0"/>
              <a:pPr/>
              <a:t>28</a:t>
            </a:fld>
            <a:endParaRPr lang="en-US"/>
          </a:p>
        </p:txBody>
      </p:sp>
      <p:pic>
        <p:nvPicPr>
          <p:cNvPr id="8" name="Picture 7">
            <a:extLst>
              <a:ext uri="{FF2B5EF4-FFF2-40B4-BE49-F238E27FC236}">
                <a16:creationId xmlns:a16="http://schemas.microsoft.com/office/drawing/2014/main" id="{7764011F-E75B-7DC2-28C2-189A75059DA1}"/>
              </a:ext>
            </a:extLst>
          </p:cNvPr>
          <p:cNvPicPr>
            <a:picLocks noChangeAspect="1"/>
          </p:cNvPicPr>
          <p:nvPr/>
        </p:nvPicPr>
        <p:blipFill>
          <a:blip r:embed="rId2"/>
          <a:stretch>
            <a:fillRect/>
          </a:stretch>
        </p:blipFill>
        <p:spPr>
          <a:xfrm>
            <a:off x="296846" y="1746504"/>
            <a:ext cx="5835730" cy="3561876"/>
          </a:xfrm>
          <a:prstGeom prst="rect">
            <a:avLst/>
          </a:prstGeom>
          <a:ln>
            <a:solidFill>
              <a:schemeClr val="accent6">
                <a:lumMod val="10000"/>
              </a:schemeClr>
            </a:solidFill>
          </a:ln>
        </p:spPr>
      </p:pic>
      <p:sp>
        <p:nvSpPr>
          <p:cNvPr id="9" name="TextBox 8">
            <a:extLst>
              <a:ext uri="{FF2B5EF4-FFF2-40B4-BE49-F238E27FC236}">
                <a16:creationId xmlns:a16="http://schemas.microsoft.com/office/drawing/2014/main" id="{8E812B71-1FE8-E9D5-7B86-FD5404E99E71}"/>
              </a:ext>
            </a:extLst>
          </p:cNvPr>
          <p:cNvSpPr txBox="1"/>
          <p:nvPr/>
        </p:nvSpPr>
        <p:spPr>
          <a:xfrm>
            <a:off x="6583680" y="620495"/>
            <a:ext cx="5348050" cy="1126009"/>
          </a:xfrm>
          <a:prstGeom prst="rect">
            <a:avLst/>
          </a:prstGeom>
          <a:noFill/>
          <a:ln w="28575">
            <a:solidFill>
              <a:schemeClr val="accent6">
                <a:lumMod val="10000"/>
              </a:schemeClr>
            </a:solidFill>
          </a:ln>
        </p:spPr>
        <p:txBody>
          <a:bodyPr wrap="square" lIns="0" tIns="0" rIns="0" bIns="0" rtlCol="0">
            <a:noAutofit/>
          </a:bodyPr>
          <a:lstStyle/>
          <a:p>
            <a:pPr lvl="1"/>
            <a:r>
              <a:rPr lang="en-US"/>
              <a:t>Work center consists of master data related to routing of products. It contains data related to scheduling, capacity planning, and production costing.</a:t>
            </a:r>
          </a:p>
        </p:txBody>
      </p:sp>
      <p:sp>
        <p:nvSpPr>
          <p:cNvPr id="10" name="TextBox 9">
            <a:extLst>
              <a:ext uri="{FF2B5EF4-FFF2-40B4-BE49-F238E27FC236}">
                <a16:creationId xmlns:a16="http://schemas.microsoft.com/office/drawing/2014/main" id="{5470AEB5-C063-DC09-0AD4-C5F0157D86C1}"/>
              </a:ext>
            </a:extLst>
          </p:cNvPr>
          <p:cNvSpPr txBox="1"/>
          <p:nvPr/>
        </p:nvSpPr>
        <p:spPr>
          <a:xfrm>
            <a:off x="6583681" y="2057400"/>
            <a:ext cx="5348050" cy="877824"/>
          </a:xfrm>
          <a:prstGeom prst="rect">
            <a:avLst/>
          </a:prstGeom>
          <a:noFill/>
          <a:ln w="28575">
            <a:solidFill>
              <a:schemeClr val="accent6">
                <a:lumMod val="10000"/>
              </a:schemeClr>
            </a:solidFill>
          </a:ln>
        </p:spPr>
        <p:txBody>
          <a:bodyPr wrap="square" lIns="0" tIns="0" rIns="0" bIns="0" rtlCol="0">
            <a:noAutofit/>
          </a:bodyPr>
          <a:lstStyle/>
          <a:p>
            <a:pPr lvl="1">
              <a:lnSpc>
                <a:spcPct val="110000"/>
              </a:lnSpc>
              <a:spcBef>
                <a:spcPts val="600"/>
              </a:spcBef>
            </a:pPr>
            <a:r>
              <a:rPr lang="en-US" u="sng">
                <a:solidFill>
                  <a:schemeClr val="accent1"/>
                </a:solidFill>
                <a:ea typeface="Calibri"/>
                <a:cs typeface="Arial" panose="020B0604020202020204"/>
              </a:rPr>
              <a:t>For Deluxe Cycle:</a:t>
            </a:r>
            <a:endParaRPr lang="en-US" sz="2400" u="sng">
              <a:solidFill>
                <a:schemeClr val="tx2"/>
              </a:solidFill>
              <a:ea typeface="Calibri"/>
              <a:cs typeface="Arial" panose="020B0604020202020204"/>
            </a:endParaRPr>
          </a:p>
          <a:p>
            <a:pPr lvl="1"/>
            <a:r>
              <a:rPr lang="en-US">
                <a:solidFill>
                  <a:schemeClr val="tx2"/>
                </a:solidFill>
                <a:latin typeface="Segoe UI"/>
                <a:ea typeface="Calibri"/>
                <a:cs typeface="Segoe UI"/>
              </a:rPr>
              <a:t>ASSY1000,INSP1000,PACK1000</a:t>
            </a:r>
          </a:p>
        </p:txBody>
      </p:sp>
      <p:sp>
        <p:nvSpPr>
          <p:cNvPr id="11" name="TextBox 10">
            <a:extLst>
              <a:ext uri="{FF2B5EF4-FFF2-40B4-BE49-F238E27FC236}">
                <a16:creationId xmlns:a16="http://schemas.microsoft.com/office/drawing/2014/main" id="{4106D3CA-9B17-3AB6-15DA-18341AB90C23}"/>
              </a:ext>
            </a:extLst>
          </p:cNvPr>
          <p:cNvSpPr txBox="1"/>
          <p:nvPr/>
        </p:nvSpPr>
        <p:spPr>
          <a:xfrm>
            <a:off x="6583680" y="3246119"/>
            <a:ext cx="5348050" cy="2991385"/>
          </a:xfrm>
          <a:prstGeom prst="rect">
            <a:avLst/>
          </a:prstGeom>
          <a:noFill/>
          <a:ln w="28575">
            <a:solidFill>
              <a:schemeClr val="accent6">
                <a:lumMod val="10000"/>
              </a:schemeClr>
            </a:solidFill>
          </a:ln>
        </p:spPr>
        <p:txBody>
          <a:bodyPr wrap="square" lIns="0" tIns="0" rIns="0" bIns="0" rtlCol="0">
            <a:noAutofit/>
          </a:bodyPr>
          <a:lstStyle/>
          <a:p>
            <a:pPr lvl="1"/>
            <a:r>
              <a:rPr lang="en-US"/>
              <a:t>Enter the following details −</a:t>
            </a:r>
          </a:p>
          <a:p>
            <a:pPr marL="742950" lvl="1" indent="-285750">
              <a:buFont typeface="Arial" panose="020B0604020202020204" pitchFamily="34" charset="0"/>
              <a:buChar char="•"/>
            </a:pPr>
            <a:r>
              <a:rPr lang="en-US"/>
              <a:t>Work Center description.</a:t>
            </a:r>
          </a:p>
          <a:p>
            <a:pPr marL="742950" lvl="1" indent="-285750">
              <a:buFont typeface="Arial" panose="020B0604020202020204" pitchFamily="34" charset="0"/>
              <a:buChar char="•"/>
            </a:pPr>
            <a:r>
              <a:rPr lang="en-US"/>
              <a:t>Person responsible code for that work center.</a:t>
            </a:r>
          </a:p>
          <a:p>
            <a:pPr marL="742950" lvl="1" indent="-285750">
              <a:buFont typeface="Arial" panose="020B0604020202020204" pitchFamily="34" charset="0"/>
              <a:buChar char="•"/>
            </a:pPr>
            <a:r>
              <a:rPr lang="en-US"/>
              <a:t>Physical location where the work center is located in the plant.</a:t>
            </a:r>
          </a:p>
          <a:p>
            <a:pPr marL="742950" lvl="1" indent="-285750">
              <a:buFont typeface="Arial" panose="020B0604020202020204" pitchFamily="34" charset="0"/>
              <a:buChar char="•"/>
            </a:pPr>
            <a:r>
              <a:rPr lang="en-US"/>
              <a:t>Enter usage as 009: Work Center is valid for all task list types such as production routing, maintenance task list, etc.</a:t>
            </a:r>
          </a:p>
          <a:p>
            <a:pPr marL="742950" lvl="1" indent="-285750">
              <a:buFont typeface="Arial" panose="020B0604020202020204" pitchFamily="34" charset="0"/>
              <a:buChar char="•"/>
            </a:pPr>
            <a:r>
              <a:rPr lang="en-US"/>
              <a:t>Enter the standard Value key which contains different activity types used for standard cost calculation.</a:t>
            </a:r>
          </a:p>
        </p:txBody>
      </p:sp>
    </p:spTree>
    <p:extLst>
      <p:ext uri="{BB962C8B-B14F-4D97-AF65-F5344CB8AC3E}">
        <p14:creationId xmlns:p14="http://schemas.microsoft.com/office/powerpoint/2010/main" val="1723723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33FEC37-FD4E-6F76-138E-149901110E8A}"/>
              </a:ext>
            </a:extLst>
          </p:cNvPr>
          <p:cNvSpPr>
            <a:spLocks noGrp="1"/>
          </p:cNvSpPr>
          <p:nvPr>
            <p:ph type="dt" sz="half" idx="14"/>
          </p:nvPr>
        </p:nvSpPr>
        <p:spPr/>
        <p:txBody>
          <a:bodyPr/>
          <a:lstStyle/>
          <a:p>
            <a:fld id="{321F64F1-EF37-4BFB-BDC2-75B5C74FF165}" type="datetime1">
              <a:rPr lang="en-US" smtClean="0"/>
              <a:t>2/24/2026</a:t>
            </a:fld>
            <a:endParaRPr lang="en-US"/>
          </a:p>
        </p:txBody>
      </p:sp>
      <p:sp>
        <p:nvSpPr>
          <p:cNvPr id="5" name="Footer Placeholder 4">
            <a:extLst>
              <a:ext uri="{FF2B5EF4-FFF2-40B4-BE49-F238E27FC236}">
                <a16:creationId xmlns:a16="http://schemas.microsoft.com/office/drawing/2014/main" id="{ECF764DE-A9DE-2D67-56C1-956FC6D4059E}"/>
              </a:ext>
            </a:extLst>
          </p:cNvPr>
          <p:cNvSpPr>
            <a:spLocks noGrp="1"/>
          </p:cNvSpPr>
          <p:nvPr>
            <p:ph type="ftr" sz="quarter" idx="15"/>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AC0085D9-E1C3-2E6A-3EB1-B0EB0C972414}"/>
              </a:ext>
            </a:extLst>
          </p:cNvPr>
          <p:cNvSpPr>
            <a:spLocks noGrp="1"/>
          </p:cNvSpPr>
          <p:nvPr>
            <p:ph type="sldNum" sz="quarter" idx="16"/>
          </p:nvPr>
        </p:nvSpPr>
        <p:spPr/>
        <p:txBody>
          <a:bodyPr/>
          <a:lstStyle/>
          <a:p>
            <a:fld id="{38826FC0-333C-E549-9FA3-0EE43DF298A3}" type="slidenum">
              <a:rPr lang="en-US" smtClean="0"/>
              <a:pPr/>
              <a:t>29</a:t>
            </a:fld>
            <a:endParaRPr lang="en-US"/>
          </a:p>
        </p:txBody>
      </p:sp>
      <p:pic>
        <p:nvPicPr>
          <p:cNvPr id="8" name="Picture 7">
            <a:extLst>
              <a:ext uri="{FF2B5EF4-FFF2-40B4-BE49-F238E27FC236}">
                <a16:creationId xmlns:a16="http://schemas.microsoft.com/office/drawing/2014/main" id="{A421A1F7-BE15-4056-7406-12F74C11D560}"/>
              </a:ext>
            </a:extLst>
          </p:cNvPr>
          <p:cNvPicPr>
            <a:picLocks noChangeAspect="1"/>
          </p:cNvPicPr>
          <p:nvPr/>
        </p:nvPicPr>
        <p:blipFill>
          <a:blip r:embed="rId2"/>
          <a:srcRect t="2857" b="34269"/>
          <a:stretch>
            <a:fillRect/>
          </a:stretch>
        </p:blipFill>
        <p:spPr>
          <a:xfrm>
            <a:off x="301751" y="82296"/>
            <a:ext cx="6902197" cy="2029968"/>
          </a:xfrm>
          <a:prstGeom prst="rect">
            <a:avLst/>
          </a:prstGeom>
          <a:ln>
            <a:solidFill>
              <a:schemeClr val="accent6">
                <a:lumMod val="10000"/>
              </a:schemeClr>
            </a:solidFill>
          </a:ln>
        </p:spPr>
      </p:pic>
      <p:pic>
        <p:nvPicPr>
          <p:cNvPr id="10" name="Picture 9">
            <a:extLst>
              <a:ext uri="{FF2B5EF4-FFF2-40B4-BE49-F238E27FC236}">
                <a16:creationId xmlns:a16="http://schemas.microsoft.com/office/drawing/2014/main" id="{C525CBD6-6D56-F37A-3C43-46318A1BD7C3}"/>
              </a:ext>
            </a:extLst>
          </p:cNvPr>
          <p:cNvPicPr>
            <a:picLocks noChangeAspect="1"/>
          </p:cNvPicPr>
          <p:nvPr/>
        </p:nvPicPr>
        <p:blipFill>
          <a:blip r:embed="rId3"/>
          <a:stretch>
            <a:fillRect/>
          </a:stretch>
        </p:blipFill>
        <p:spPr>
          <a:xfrm>
            <a:off x="301752" y="2267711"/>
            <a:ext cx="6902197" cy="4507993"/>
          </a:xfrm>
          <a:prstGeom prst="rect">
            <a:avLst/>
          </a:prstGeom>
          <a:ln>
            <a:solidFill>
              <a:schemeClr val="accent6">
                <a:lumMod val="10000"/>
              </a:schemeClr>
            </a:solidFill>
          </a:ln>
        </p:spPr>
      </p:pic>
      <p:sp>
        <p:nvSpPr>
          <p:cNvPr id="11" name="TextBox 10">
            <a:extLst>
              <a:ext uri="{FF2B5EF4-FFF2-40B4-BE49-F238E27FC236}">
                <a16:creationId xmlns:a16="http://schemas.microsoft.com/office/drawing/2014/main" id="{77FC2210-5130-0812-499E-84573BF507EA}"/>
              </a:ext>
            </a:extLst>
          </p:cNvPr>
          <p:cNvSpPr txBox="1"/>
          <p:nvPr/>
        </p:nvSpPr>
        <p:spPr>
          <a:xfrm>
            <a:off x="7562089" y="82296"/>
            <a:ext cx="4407408" cy="2212848"/>
          </a:xfrm>
          <a:prstGeom prst="rect">
            <a:avLst/>
          </a:prstGeom>
          <a:noFill/>
          <a:ln w="19050">
            <a:solidFill>
              <a:schemeClr val="accent6">
                <a:lumMod val="10000"/>
              </a:schemeClr>
            </a:solidFill>
          </a:ln>
        </p:spPr>
        <p:txBody>
          <a:bodyPr wrap="square" lIns="0" tIns="0" rIns="0" bIns="0" rtlCol="0">
            <a:noAutofit/>
          </a:bodyPr>
          <a:lstStyle/>
          <a:p>
            <a:r>
              <a:rPr lang="en-US"/>
              <a:t>Go to Capacities tab, enter the following details −</a:t>
            </a:r>
          </a:p>
          <a:p>
            <a:r>
              <a:rPr lang="en-US"/>
              <a:t>To represent a machine category, enter capacity category 001.</a:t>
            </a:r>
          </a:p>
          <a:p>
            <a:r>
              <a:rPr lang="en-US"/>
              <a:t>To calculate available capacity, enter Processing formula as: SAP006= (operation quantity *machine time)/ base quantity</a:t>
            </a:r>
          </a:p>
          <a:p>
            <a:pPr algn="l">
              <a:lnSpc>
                <a:spcPct val="110000"/>
              </a:lnSpc>
              <a:spcBef>
                <a:spcPts val="600"/>
              </a:spcBef>
              <a:spcAft>
                <a:spcPts val="0"/>
              </a:spcAft>
            </a:pPr>
            <a:endParaRPr lang="en-IN" err="1"/>
          </a:p>
        </p:txBody>
      </p:sp>
      <p:sp>
        <p:nvSpPr>
          <p:cNvPr id="12" name="TextBox 11">
            <a:extLst>
              <a:ext uri="{FF2B5EF4-FFF2-40B4-BE49-F238E27FC236}">
                <a16:creationId xmlns:a16="http://schemas.microsoft.com/office/drawing/2014/main" id="{A0CF423D-82F9-C1A1-851C-018EE15A2330}"/>
              </a:ext>
            </a:extLst>
          </p:cNvPr>
          <p:cNvSpPr txBox="1"/>
          <p:nvPr/>
        </p:nvSpPr>
        <p:spPr>
          <a:xfrm>
            <a:off x="7562089" y="3090671"/>
            <a:ext cx="4407408" cy="2862072"/>
          </a:xfrm>
          <a:prstGeom prst="rect">
            <a:avLst/>
          </a:prstGeom>
          <a:noFill/>
          <a:ln w="19050">
            <a:solidFill>
              <a:schemeClr val="accent6">
                <a:lumMod val="10000"/>
              </a:schemeClr>
            </a:solidFill>
          </a:ln>
        </p:spPr>
        <p:txBody>
          <a:bodyPr wrap="square" lIns="0" tIns="0" rIns="0" bIns="0" rtlCol="0">
            <a:noAutofit/>
          </a:bodyPr>
          <a:lstStyle/>
          <a:p>
            <a:r>
              <a:rPr lang="en-US"/>
              <a:t>Click the Capacity tab at the bottom and enter the following details −</a:t>
            </a:r>
          </a:p>
          <a:p>
            <a:pPr marL="285750" indent="-285750">
              <a:buFont typeface="Arial" panose="020B0604020202020204" pitchFamily="34" charset="0"/>
              <a:buChar char="•"/>
            </a:pPr>
            <a:r>
              <a:rPr lang="en-US"/>
              <a:t>Enter the capacity description.</a:t>
            </a:r>
          </a:p>
          <a:p>
            <a:pPr marL="285750" indent="-285750">
              <a:buFont typeface="Arial" panose="020B0604020202020204" pitchFamily="34" charset="0"/>
              <a:buChar char="•"/>
            </a:pPr>
            <a:r>
              <a:rPr lang="en-US"/>
              <a:t>Enter details about Input capacity planner group, which is responsible for machine capacity.</a:t>
            </a:r>
          </a:p>
          <a:p>
            <a:pPr marL="285750" indent="-285750">
              <a:buFont typeface="Arial" panose="020B0604020202020204" pitchFamily="34" charset="0"/>
              <a:buChar char="•"/>
            </a:pPr>
            <a:r>
              <a:rPr lang="en-US"/>
              <a:t>Enter the factory calendar ID, which has public holidays listed for your plant. On holidays capacity for that work center would be zero.</a:t>
            </a:r>
          </a:p>
          <a:p>
            <a:pPr algn="l">
              <a:lnSpc>
                <a:spcPct val="110000"/>
              </a:lnSpc>
              <a:spcBef>
                <a:spcPts val="600"/>
              </a:spcBef>
              <a:spcAft>
                <a:spcPts val="0"/>
              </a:spcAft>
            </a:pPr>
            <a:endParaRPr lang="en-IN" err="1"/>
          </a:p>
        </p:txBody>
      </p:sp>
    </p:spTree>
    <p:extLst>
      <p:ext uri="{BB962C8B-B14F-4D97-AF65-F5344CB8AC3E}">
        <p14:creationId xmlns:p14="http://schemas.microsoft.com/office/powerpoint/2010/main" val="293810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A88B1A2-C8FD-F5DF-4BE8-64039A30F94A}"/>
              </a:ext>
            </a:extLst>
          </p:cNvPr>
          <p:cNvSpPr>
            <a:spLocks noGrp="1"/>
          </p:cNvSpPr>
          <p:nvPr>
            <p:ph type="dt" sz="half" idx="14"/>
          </p:nvPr>
        </p:nvSpPr>
        <p:spPr/>
        <p:txBody>
          <a:bodyPr/>
          <a:lstStyle/>
          <a:p>
            <a:fld id="{321F64F1-EF37-4BFB-BDC2-75B5C74FF165}" type="datetime1">
              <a:rPr lang="en-US" smtClean="0"/>
              <a:t>2/24/2026</a:t>
            </a:fld>
            <a:endParaRPr lang="en-US"/>
          </a:p>
        </p:txBody>
      </p:sp>
      <p:sp>
        <p:nvSpPr>
          <p:cNvPr id="5" name="Footer Placeholder 4">
            <a:extLst>
              <a:ext uri="{FF2B5EF4-FFF2-40B4-BE49-F238E27FC236}">
                <a16:creationId xmlns:a16="http://schemas.microsoft.com/office/drawing/2014/main" id="{ABFA4395-1B8C-C0F5-0D14-C1A33860FFB5}"/>
              </a:ext>
            </a:extLst>
          </p:cNvPr>
          <p:cNvSpPr>
            <a:spLocks noGrp="1"/>
          </p:cNvSpPr>
          <p:nvPr>
            <p:ph type="ftr" sz="quarter" idx="15"/>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7C2A63DE-CACC-2464-BA0C-30A7C6D1A8B4}"/>
              </a:ext>
            </a:extLst>
          </p:cNvPr>
          <p:cNvSpPr>
            <a:spLocks noGrp="1"/>
          </p:cNvSpPr>
          <p:nvPr>
            <p:ph type="sldNum" sz="quarter" idx="16"/>
          </p:nvPr>
        </p:nvSpPr>
        <p:spPr/>
        <p:txBody>
          <a:bodyPr/>
          <a:lstStyle/>
          <a:p>
            <a:fld id="{38826FC0-333C-E549-9FA3-0EE43DF298A3}" type="slidenum">
              <a:rPr lang="en-US" smtClean="0"/>
              <a:pPr/>
              <a:t>30</a:t>
            </a:fld>
            <a:endParaRPr lang="en-US"/>
          </a:p>
        </p:txBody>
      </p:sp>
      <p:pic>
        <p:nvPicPr>
          <p:cNvPr id="10" name="Picture 9">
            <a:extLst>
              <a:ext uri="{FF2B5EF4-FFF2-40B4-BE49-F238E27FC236}">
                <a16:creationId xmlns:a16="http://schemas.microsoft.com/office/drawing/2014/main" id="{1555B009-3D76-FD17-0169-245182203AFB}"/>
              </a:ext>
            </a:extLst>
          </p:cNvPr>
          <p:cNvPicPr>
            <a:picLocks noChangeAspect="1"/>
          </p:cNvPicPr>
          <p:nvPr/>
        </p:nvPicPr>
        <p:blipFill>
          <a:blip r:embed="rId2"/>
          <a:stretch>
            <a:fillRect/>
          </a:stretch>
        </p:blipFill>
        <p:spPr>
          <a:xfrm>
            <a:off x="222874" y="228600"/>
            <a:ext cx="8429767" cy="2923870"/>
          </a:xfrm>
          <a:prstGeom prst="rect">
            <a:avLst/>
          </a:prstGeom>
          <a:ln>
            <a:solidFill>
              <a:schemeClr val="accent6">
                <a:lumMod val="10000"/>
              </a:schemeClr>
            </a:solidFill>
          </a:ln>
        </p:spPr>
      </p:pic>
      <p:pic>
        <p:nvPicPr>
          <p:cNvPr id="12" name="Picture 11">
            <a:extLst>
              <a:ext uri="{FF2B5EF4-FFF2-40B4-BE49-F238E27FC236}">
                <a16:creationId xmlns:a16="http://schemas.microsoft.com/office/drawing/2014/main" id="{A08A25AD-8581-D49B-1228-1E0CF53ACEAF}"/>
              </a:ext>
            </a:extLst>
          </p:cNvPr>
          <p:cNvPicPr>
            <a:picLocks noChangeAspect="1"/>
          </p:cNvPicPr>
          <p:nvPr/>
        </p:nvPicPr>
        <p:blipFill>
          <a:blip r:embed="rId3"/>
          <a:stretch>
            <a:fillRect/>
          </a:stretch>
        </p:blipFill>
        <p:spPr>
          <a:xfrm>
            <a:off x="222874" y="3492796"/>
            <a:ext cx="8429767" cy="2314196"/>
          </a:xfrm>
          <a:prstGeom prst="rect">
            <a:avLst/>
          </a:prstGeom>
          <a:ln>
            <a:solidFill>
              <a:schemeClr val="accent6">
                <a:lumMod val="10000"/>
              </a:schemeClr>
            </a:solidFill>
          </a:ln>
        </p:spPr>
      </p:pic>
      <p:sp>
        <p:nvSpPr>
          <p:cNvPr id="13" name="TextBox 12">
            <a:extLst>
              <a:ext uri="{FF2B5EF4-FFF2-40B4-BE49-F238E27FC236}">
                <a16:creationId xmlns:a16="http://schemas.microsoft.com/office/drawing/2014/main" id="{E7D92346-6768-F4B6-A517-04445F6C6F56}"/>
              </a:ext>
            </a:extLst>
          </p:cNvPr>
          <p:cNvSpPr txBox="1"/>
          <p:nvPr/>
        </p:nvSpPr>
        <p:spPr>
          <a:xfrm>
            <a:off x="8833104" y="318935"/>
            <a:ext cx="3209544" cy="2322576"/>
          </a:xfrm>
          <a:prstGeom prst="rect">
            <a:avLst/>
          </a:prstGeom>
          <a:noFill/>
          <a:ln w="19050">
            <a:solidFill>
              <a:schemeClr val="accent6">
                <a:lumMod val="10000"/>
              </a:schemeClr>
            </a:solidFill>
          </a:ln>
        </p:spPr>
        <p:txBody>
          <a:bodyPr wrap="square" lIns="0" tIns="0" rIns="0" bIns="0" rtlCol="0">
            <a:noAutofit/>
          </a:bodyPr>
          <a:lstStyle/>
          <a:p>
            <a:r>
              <a:rPr lang="en-US"/>
              <a:t>Click the back button at the top of the screen and go to Scheduling tab. To enter machine category, enter 001 as Capacity category.</a:t>
            </a:r>
          </a:p>
          <a:p>
            <a:r>
              <a:rPr lang="en-US"/>
              <a:t>To calculate scheduling time, enter </a:t>
            </a:r>
            <a:r>
              <a:rPr lang="en-US" b="1"/>
              <a:t>SAP002</a:t>
            </a:r>
            <a:r>
              <a:rPr lang="en-US"/>
              <a:t> as input processing formula.</a:t>
            </a:r>
          </a:p>
          <a:p>
            <a:pPr algn="l">
              <a:lnSpc>
                <a:spcPct val="110000"/>
              </a:lnSpc>
              <a:spcBef>
                <a:spcPts val="600"/>
              </a:spcBef>
              <a:spcAft>
                <a:spcPts val="0"/>
              </a:spcAft>
            </a:pPr>
            <a:endParaRPr lang="en-IN" err="1"/>
          </a:p>
        </p:txBody>
      </p:sp>
      <p:sp>
        <p:nvSpPr>
          <p:cNvPr id="14" name="TextBox 13">
            <a:extLst>
              <a:ext uri="{FF2B5EF4-FFF2-40B4-BE49-F238E27FC236}">
                <a16:creationId xmlns:a16="http://schemas.microsoft.com/office/drawing/2014/main" id="{9F235A0E-4937-1A98-926F-288FCBE7EE87}"/>
              </a:ext>
            </a:extLst>
          </p:cNvPr>
          <p:cNvSpPr txBox="1"/>
          <p:nvPr/>
        </p:nvSpPr>
        <p:spPr>
          <a:xfrm>
            <a:off x="8833104" y="2999232"/>
            <a:ext cx="3209544" cy="2020824"/>
          </a:xfrm>
          <a:prstGeom prst="rect">
            <a:avLst/>
          </a:prstGeom>
          <a:noFill/>
          <a:ln w="19050">
            <a:solidFill>
              <a:schemeClr val="accent6">
                <a:lumMod val="10000"/>
              </a:schemeClr>
            </a:solidFill>
          </a:ln>
        </p:spPr>
        <p:txBody>
          <a:bodyPr wrap="square" lIns="0" tIns="0" rIns="0" bIns="0" rtlCol="0">
            <a:noAutofit/>
          </a:bodyPr>
          <a:lstStyle/>
          <a:p>
            <a:r>
              <a:rPr lang="en-US"/>
              <a:t>Go to Costing tab, and enter the following details −</a:t>
            </a:r>
          </a:p>
          <a:p>
            <a:pPr marL="285750" indent="-285750">
              <a:buFont typeface="Arial" panose="020B0604020202020204" pitchFamily="34" charset="0"/>
              <a:buChar char="•"/>
            </a:pPr>
            <a:r>
              <a:rPr lang="en-US"/>
              <a:t>Start and Finish date. This shows the validity date of the cost center.</a:t>
            </a:r>
          </a:p>
          <a:p>
            <a:pPr marL="285750" indent="-285750">
              <a:buFont typeface="Arial" panose="020B0604020202020204" pitchFamily="34" charset="0"/>
              <a:buChar char="•"/>
            </a:pPr>
            <a:r>
              <a:rPr lang="en-US"/>
              <a:t>The cost center to book the operation cost.</a:t>
            </a:r>
          </a:p>
          <a:p>
            <a:pPr algn="l">
              <a:lnSpc>
                <a:spcPct val="110000"/>
              </a:lnSpc>
              <a:spcBef>
                <a:spcPts val="600"/>
              </a:spcBef>
              <a:spcAft>
                <a:spcPts val="0"/>
              </a:spcAft>
            </a:pPr>
            <a:endParaRPr lang="en-IN" err="1"/>
          </a:p>
        </p:txBody>
      </p:sp>
      <p:sp>
        <p:nvSpPr>
          <p:cNvPr id="15" name="TextBox 14">
            <a:extLst>
              <a:ext uri="{FF2B5EF4-FFF2-40B4-BE49-F238E27FC236}">
                <a16:creationId xmlns:a16="http://schemas.microsoft.com/office/drawing/2014/main" id="{D5FC8C89-E481-9BA1-E4FE-3620B1B99741}"/>
              </a:ext>
            </a:extLst>
          </p:cNvPr>
          <p:cNvSpPr txBox="1"/>
          <p:nvPr/>
        </p:nvSpPr>
        <p:spPr>
          <a:xfrm>
            <a:off x="8833104" y="5213185"/>
            <a:ext cx="3209544" cy="1187614"/>
          </a:xfrm>
          <a:prstGeom prst="rect">
            <a:avLst/>
          </a:prstGeom>
          <a:noFill/>
          <a:ln w="19050">
            <a:solidFill>
              <a:schemeClr val="accent6">
                <a:lumMod val="10000"/>
              </a:schemeClr>
            </a:solidFill>
          </a:ln>
        </p:spPr>
        <p:txBody>
          <a:bodyPr wrap="square" lIns="0" tIns="0" rIns="0" bIns="0" rtlCol="0">
            <a:noAutofit/>
          </a:bodyPr>
          <a:lstStyle/>
          <a:p>
            <a:pPr>
              <a:lnSpc>
                <a:spcPct val="110000"/>
              </a:lnSpc>
              <a:spcBef>
                <a:spcPts val="600"/>
              </a:spcBef>
            </a:pPr>
            <a:r>
              <a:rPr lang="en-US"/>
              <a:t>Click the save icon at the top and you will get a confirmation, Work center ASSY1000 in plant 1710 was created.</a:t>
            </a:r>
            <a:endParaRPr lang="en-IN" err="1"/>
          </a:p>
        </p:txBody>
      </p:sp>
    </p:spTree>
    <p:extLst>
      <p:ext uri="{BB962C8B-B14F-4D97-AF65-F5344CB8AC3E}">
        <p14:creationId xmlns:p14="http://schemas.microsoft.com/office/powerpoint/2010/main" val="3914762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C4CBC8-D122-1F0A-DE2A-B06C177B3E8D}"/>
              </a:ext>
            </a:extLst>
          </p:cNvPr>
          <p:cNvSpPr txBox="1"/>
          <p:nvPr/>
        </p:nvSpPr>
        <p:spPr>
          <a:xfrm>
            <a:off x="459154" y="449385"/>
            <a:ext cx="8486775" cy="8504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200" b="1" i="0" u="sng">
                <a:solidFill>
                  <a:srgbClr val="C00000"/>
                </a:solidFill>
                <a:latin typeface="Segoe UI"/>
                <a:ea typeface="Segoe UI"/>
                <a:cs typeface="Segoe UI"/>
              </a:rPr>
              <a:t>Handling Work Center Unavailability </a:t>
            </a:r>
          </a:p>
          <a:p>
            <a:pPr algn="l">
              <a:lnSpc>
                <a:spcPct val="110000"/>
              </a:lnSpc>
              <a:spcBef>
                <a:spcPts val="600"/>
              </a:spcBef>
              <a:spcAft>
                <a:spcPts val="0"/>
              </a:spcAft>
            </a:pPr>
            <a:endParaRPr lang="en-US" err="1"/>
          </a:p>
        </p:txBody>
      </p:sp>
      <p:sp>
        <p:nvSpPr>
          <p:cNvPr id="6" name="TextBox 5">
            <a:extLst>
              <a:ext uri="{FF2B5EF4-FFF2-40B4-BE49-F238E27FC236}">
                <a16:creationId xmlns:a16="http://schemas.microsoft.com/office/drawing/2014/main" id="{0BD1F7B1-38B1-CB30-34F0-F9995D04EFAF}"/>
              </a:ext>
            </a:extLst>
          </p:cNvPr>
          <p:cNvSpPr txBox="1"/>
          <p:nvPr/>
        </p:nvSpPr>
        <p:spPr>
          <a:xfrm>
            <a:off x="461733" y="1299766"/>
            <a:ext cx="10882821" cy="57718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400" b="1">
                <a:solidFill>
                  <a:srgbClr val="7030A0"/>
                </a:solidFill>
                <a:latin typeface="Segoe UI"/>
                <a:cs typeface="Segoe UI"/>
              </a:rPr>
              <a:t>MRP detects overload → Capacity Planning → Reschedule → Alternative Work Center → Subcontract → Create New Work Center → Overtime/Shift Adjustment</a:t>
            </a:r>
            <a:endParaRPr lang="en-US" sz="2400" b="1">
              <a:solidFill>
                <a:srgbClr val="7030A0"/>
              </a:solidFill>
              <a:cs typeface="Arial" panose="020B0604020202020204"/>
            </a:endParaRPr>
          </a:p>
          <a:p>
            <a:pPr algn="l">
              <a:spcAft>
                <a:spcPts val="0"/>
              </a:spcAft>
            </a:pPr>
            <a:endParaRPr lang="en-US">
              <a:latin typeface="Segoe UI"/>
              <a:cs typeface="Segoe UI"/>
            </a:endParaRPr>
          </a:p>
          <a:p>
            <a:r>
              <a:rPr lang="en-US" sz="2000" b="1">
                <a:latin typeface="Segoe UI"/>
                <a:cs typeface="Segoe UI"/>
              </a:rPr>
              <a:t>Best Practices Tips</a:t>
            </a:r>
            <a:r>
              <a:rPr lang="en-US" sz="2000">
                <a:latin typeface="Segoe UI"/>
                <a:cs typeface="Segoe UI"/>
              </a:rPr>
              <a:t>:</a:t>
            </a:r>
            <a:endParaRPr lang="en-US" sz="2000">
              <a:cs typeface="Arial"/>
            </a:endParaRPr>
          </a:p>
          <a:p>
            <a:pPr marL="285750" indent="-285750">
              <a:buFont typeface="Arial"/>
              <a:buChar char="•"/>
            </a:pPr>
            <a:r>
              <a:rPr lang="en-US" sz="2000">
                <a:latin typeface="Segoe UI"/>
                <a:cs typeface="Segoe UI"/>
              </a:rPr>
              <a:t>Always maintain </a:t>
            </a:r>
            <a:r>
              <a:rPr lang="en-US" sz="2000" b="1">
                <a:latin typeface="Segoe UI"/>
                <a:cs typeface="Segoe UI"/>
              </a:rPr>
              <a:t>alternative work centers</a:t>
            </a:r>
            <a:r>
              <a:rPr lang="en-US" sz="2000">
                <a:latin typeface="Segoe UI"/>
                <a:cs typeface="Segoe UI"/>
              </a:rPr>
              <a:t> in routing for flexibility.</a:t>
            </a:r>
            <a:endParaRPr lang="en-US" sz="2000">
              <a:cs typeface="Arial"/>
            </a:endParaRPr>
          </a:p>
          <a:p>
            <a:pPr marL="285750" indent="-285750">
              <a:buFont typeface="Arial"/>
              <a:buChar char="•"/>
            </a:pPr>
            <a:r>
              <a:rPr lang="en-US" sz="2000">
                <a:latin typeface="Segoe UI"/>
                <a:cs typeface="Segoe UI"/>
              </a:rPr>
              <a:t>Use </a:t>
            </a:r>
            <a:r>
              <a:rPr lang="en-US" sz="2000" b="1">
                <a:latin typeface="Segoe UI"/>
                <a:cs typeface="Segoe UI"/>
              </a:rPr>
              <a:t>capacity leveling tools</a:t>
            </a:r>
            <a:r>
              <a:rPr lang="en-US" sz="2000">
                <a:latin typeface="Segoe UI"/>
                <a:cs typeface="Segoe UI"/>
              </a:rPr>
              <a:t> before creating new work centers.</a:t>
            </a:r>
            <a:endParaRPr lang="en-US" sz="2000">
              <a:cs typeface="Arial"/>
            </a:endParaRPr>
          </a:p>
          <a:p>
            <a:pPr marL="285750" indent="-285750">
              <a:buFont typeface="Arial"/>
              <a:buChar char="•"/>
            </a:pPr>
            <a:r>
              <a:rPr lang="en-US" sz="2000">
                <a:latin typeface="Segoe UI"/>
                <a:cs typeface="Segoe UI"/>
              </a:rPr>
              <a:t>Subcontract only when internal capacity cannot meet demand.</a:t>
            </a:r>
            <a:endParaRPr lang="en-US" sz="2000">
              <a:cs typeface="Arial" panose="020B0604020202020204"/>
            </a:endParaRPr>
          </a:p>
          <a:p>
            <a:pPr marL="285750" indent="-285750">
              <a:buFont typeface="Arial"/>
              <a:buChar char="•"/>
            </a:pPr>
            <a:endParaRPr lang="en-US" sz="2000">
              <a:latin typeface="Segoe UI"/>
              <a:cs typeface="Segoe UI"/>
            </a:endParaRPr>
          </a:p>
          <a:p>
            <a:r>
              <a:rPr lang="en-US" b="1">
                <a:latin typeface="Segoe UI"/>
                <a:cs typeface="Segoe UI"/>
              </a:rPr>
              <a:t>Key SAP T-Codes</a:t>
            </a:r>
            <a:r>
              <a:rPr lang="en-US">
                <a:latin typeface="Segoe UI"/>
                <a:cs typeface="Segoe UI"/>
              </a:rPr>
              <a:t>:</a:t>
            </a:r>
            <a:endParaRPr lang="en-US">
              <a:cs typeface="Arial"/>
            </a:endParaRPr>
          </a:p>
          <a:p>
            <a:pPr marL="285750" indent="-285750">
              <a:buFont typeface="Arial"/>
              <a:buChar char="•"/>
            </a:pPr>
            <a:r>
              <a:rPr lang="en-US">
                <a:latin typeface="Consolas"/>
                <a:cs typeface="Segoe UI"/>
              </a:rPr>
              <a:t>CM01</a:t>
            </a:r>
            <a:r>
              <a:rPr lang="en-US">
                <a:latin typeface="Segoe UI"/>
                <a:cs typeface="Segoe UI"/>
              </a:rPr>
              <a:t> – Capacity Overview</a:t>
            </a:r>
            <a:endParaRPr lang="en-US">
              <a:cs typeface="Arial"/>
            </a:endParaRPr>
          </a:p>
          <a:p>
            <a:pPr marL="285750" indent="-285750">
              <a:buFont typeface="Arial"/>
              <a:buChar char="•"/>
            </a:pPr>
            <a:r>
              <a:rPr lang="en-US">
                <a:latin typeface="Consolas"/>
                <a:cs typeface="Segoe UI"/>
              </a:rPr>
              <a:t>CM21</a:t>
            </a:r>
            <a:r>
              <a:rPr lang="en-US">
                <a:latin typeface="Segoe UI"/>
                <a:cs typeface="Segoe UI"/>
              </a:rPr>
              <a:t> – Capacity Leveling</a:t>
            </a:r>
            <a:endParaRPr lang="en-US">
              <a:cs typeface="Arial"/>
            </a:endParaRPr>
          </a:p>
          <a:p>
            <a:pPr marL="285750" indent="-285750">
              <a:buFont typeface="Arial"/>
              <a:buChar char="•"/>
            </a:pPr>
            <a:r>
              <a:rPr lang="en-US">
                <a:latin typeface="Consolas"/>
                <a:cs typeface="Segoe UI"/>
              </a:rPr>
              <a:t>CR01</a:t>
            </a:r>
            <a:r>
              <a:rPr lang="en-US">
                <a:latin typeface="Segoe UI"/>
                <a:cs typeface="Segoe UI"/>
              </a:rPr>
              <a:t> – Create Work Center</a:t>
            </a:r>
            <a:endParaRPr lang="en-US">
              <a:cs typeface="Arial"/>
            </a:endParaRPr>
          </a:p>
          <a:p>
            <a:pPr marL="285750" indent="-285750">
              <a:buFont typeface="Arial"/>
              <a:buChar char="•"/>
            </a:pPr>
            <a:r>
              <a:rPr lang="en-US">
                <a:latin typeface="Consolas"/>
                <a:cs typeface="Segoe UI"/>
              </a:rPr>
              <a:t>CA02</a:t>
            </a:r>
            <a:r>
              <a:rPr lang="en-US">
                <a:latin typeface="Segoe UI"/>
                <a:cs typeface="Segoe UI"/>
              </a:rPr>
              <a:t> – Routing Change</a:t>
            </a:r>
            <a:endParaRPr lang="en-US">
              <a:cs typeface="Arial"/>
            </a:endParaRPr>
          </a:p>
          <a:p>
            <a:pPr marL="285750" indent="-285750">
              <a:buFont typeface="Arial"/>
              <a:buChar char="•"/>
            </a:pPr>
            <a:r>
              <a:rPr lang="en-US">
                <a:latin typeface="Consolas"/>
                <a:cs typeface="Segoe UI"/>
              </a:rPr>
              <a:t>ME21N</a:t>
            </a:r>
            <a:r>
              <a:rPr lang="en-US">
                <a:latin typeface="Segoe UI"/>
                <a:cs typeface="Segoe UI"/>
              </a:rPr>
              <a:t> – Purchase Order for Subcontracting</a:t>
            </a:r>
            <a:endParaRPr lang="en-US" sz="1600">
              <a:cs typeface="Arial" panose="020B0604020202020204"/>
            </a:endParaRPr>
          </a:p>
          <a:p>
            <a:endParaRPr lang="en-US">
              <a:latin typeface="Segoe UI"/>
              <a:cs typeface="Segoe UI"/>
            </a:endParaRPr>
          </a:p>
          <a:p>
            <a:endParaRPr lang="en-US" sz="1100">
              <a:latin typeface="Segoe UI"/>
              <a:cs typeface="Segoe UI"/>
            </a:endParaRPr>
          </a:p>
          <a:p>
            <a:pPr>
              <a:lnSpc>
                <a:spcPct val="110000"/>
              </a:lnSpc>
              <a:spcBef>
                <a:spcPts val="600"/>
              </a:spcBef>
            </a:pPr>
            <a:endParaRPr lang="en-US">
              <a:cs typeface="Arial"/>
            </a:endParaRPr>
          </a:p>
          <a:p>
            <a:pPr>
              <a:lnSpc>
                <a:spcPct val="110000"/>
              </a:lnSpc>
              <a:spcBef>
                <a:spcPts val="600"/>
              </a:spcBef>
            </a:pPr>
            <a:endParaRPr lang="en-US">
              <a:cs typeface="Arial"/>
            </a:endParaRPr>
          </a:p>
        </p:txBody>
      </p:sp>
    </p:spTree>
    <p:extLst>
      <p:ext uri="{BB962C8B-B14F-4D97-AF65-F5344CB8AC3E}">
        <p14:creationId xmlns:p14="http://schemas.microsoft.com/office/powerpoint/2010/main" val="3897809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8BE8F-DEF0-9831-8C64-3FA7422FE0C6}"/>
              </a:ext>
            </a:extLst>
          </p:cNvPr>
          <p:cNvSpPr>
            <a:spLocks noGrp="1"/>
          </p:cNvSpPr>
          <p:nvPr>
            <p:ph type="title"/>
          </p:nvPr>
        </p:nvSpPr>
        <p:spPr>
          <a:xfrm>
            <a:off x="265176" y="259555"/>
            <a:ext cx="11277600" cy="443198"/>
          </a:xfrm>
        </p:spPr>
        <p:txBody>
          <a:bodyPr/>
          <a:lstStyle/>
          <a:p>
            <a:r>
              <a:rPr lang="en-US" sz="3200" u="sng">
                <a:solidFill>
                  <a:srgbClr val="C00000"/>
                </a:solidFill>
                <a:cs typeface="Arial"/>
              </a:rPr>
              <a:t>Routing (CA01)</a:t>
            </a:r>
            <a:endParaRPr lang="en-US" sz="2800">
              <a:solidFill>
                <a:srgbClr val="000048"/>
              </a:solidFill>
              <a:cs typeface="Arial" panose="020B0604020202020204"/>
            </a:endParaRPr>
          </a:p>
        </p:txBody>
      </p:sp>
      <p:sp>
        <p:nvSpPr>
          <p:cNvPr id="3" name="Date Placeholder 2">
            <a:extLst>
              <a:ext uri="{FF2B5EF4-FFF2-40B4-BE49-F238E27FC236}">
                <a16:creationId xmlns:a16="http://schemas.microsoft.com/office/drawing/2014/main" id="{CAE8E75F-833F-FF48-7A08-994399601478}"/>
              </a:ext>
            </a:extLst>
          </p:cNvPr>
          <p:cNvSpPr>
            <a:spLocks noGrp="1"/>
          </p:cNvSpPr>
          <p:nvPr>
            <p:ph type="dt" sz="half" idx="10"/>
          </p:nvPr>
        </p:nvSpPr>
        <p:spPr/>
        <p:txBody>
          <a:bodyPr/>
          <a:lstStyle/>
          <a:p>
            <a:fld id="{56E818BD-3E69-407F-9C3D-C11541A4D3B3}" type="datetime1">
              <a:rPr lang="en-US" smtClean="0"/>
              <a:t>2/24/2026</a:t>
            </a:fld>
            <a:endParaRPr lang="en-US"/>
          </a:p>
        </p:txBody>
      </p:sp>
      <p:sp>
        <p:nvSpPr>
          <p:cNvPr id="4" name="Footer Placeholder 3">
            <a:extLst>
              <a:ext uri="{FF2B5EF4-FFF2-40B4-BE49-F238E27FC236}">
                <a16:creationId xmlns:a16="http://schemas.microsoft.com/office/drawing/2014/main" id="{73A34ECD-DDD6-F27A-F467-ABAB1F3CD5F9}"/>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B570DE5-1F66-B09E-F7FC-AAFD67C2C26E}"/>
              </a:ext>
            </a:extLst>
          </p:cNvPr>
          <p:cNvSpPr>
            <a:spLocks noGrp="1"/>
          </p:cNvSpPr>
          <p:nvPr>
            <p:ph type="sldNum" sz="quarter" idx="12"/>
          </p:nvPr>
        </p:nvSpPr>
        <p:spPr/>
        <p:txBody>
          <a:bodyPr/>
          <a:lstStyle/>
          <a:p>
            <a:fld id="{38826FC0-333C-E549-9FA3-0EE43DF298A3}" type="slidenum">
              <a:rPr lang="en-US" smtClean="0"/>
              <a:pPr/>
              <a:t>32</a:t>
            </a:fld>
            <a:endParaRPr lang="en-US"/>
          </a:p>
        </p:txBody>
      </p:sp>
      <p:pic>
        <p:nvPicPr>
          <p:cNvPr id="8" name="Picture 7" descr="A screenshot of a computer&#10;&#10;AI-generated content may be incorrect.">
            <a:extLst>
              <a:ext uri="{FF2B5EF4-FFF2-40B4-BE49-F238E27FC236}">
                <a16:creationId xmlns:a16="http://schemas.microsoft.com/office/drawing/2014/main" id="{57943C21-3E87-4E37-DAB4-B2C991C0CB1E}"/>
              </a:ext>
            </a:extLst>
          </p:cNvPr>
          <p:cNvPicPr>
            <a:picLocks noChangeAspect="1"/>
          </p:cNvPicPr>
          <p:nvPr/>
        </p:nvPicPr>
        <p:blipFill>
          <a:blip r:embed="rId2"/>
          <a:srcRect r="25017"/>
          <a:stretch>
            <a:fillRect/>
          </a:stretch>
        </p:blipFill>
        <p:spPr>
          <a:xfrm>
            <a:off x="193548" y="3231355"/>
            <a:ext cx="6263640" cy="2762250"/>
          </a:xfrm>
          <a:prstGeom prst="rect">
            <a:avLst/>
          </a:prstGeom>
        </p:spPr>
      </p:pic>
      <p:sp>
        <p:nvSpPr>
          <p:cNvPr id="7" name="TextBox 6">
            <a:extLst>
              <a:ext uri="{FF2B5EF4-FFF2-40B4-BE49-F238E27FC236}">
                <a16:creationId xmlns:a16="http://schemas.microsoft.com/office/drawing/2014/main" id="{91AEB9AC-66CF-7B19-87D7-7C3439D3A8A0}"/>
              </a:ext>
            </a:extLst>
          </p:cNvPr>
          <p:cNvSpPr txBox="1"/>
          <p:nvPr/>
        </p:nvSpPr>
        <p:spPr>
          <a:xfrm>
            <a:off x="193548" y="1109948"/>
            <a:ext cx="11640312" cy="1714214"/>
          </a:xfrm>
          <a:prstGeom prst="rect">
            <a:avLst/>
          </a:prstGeom>
          <a:noFill/>
          <a:ln w="28575">
            <a:solidFill>
              <a:schemeClr val="accent6">
                <a:lumMod val="10000"/>
              </a:schemeClr>
            </a:solidFill>
          </a:ln>
        </p:spPr>
        <p:txBody>
          <a:bodyPr wrap="square" lIns="0" tIns="0" rIns="0" bIns="0" rtlCol="0">
            <a:noAutofit/>
          </a:bodyPr>
          <a:lstStyle/>
          <a:p>
            <a:pPr lvl="1" algn="ctr"/>
            <a:r>
              <a:rPr lang="en-US">
                <a:ea typeface="+mn-lt"/>
                <a:cs typeface="+mn-lt"/>
              </a:rPr>
              <a:t>A routing is defined by the routing group and the routing group counter. Moreover, the routing contains a reference to the material whose production is described by the routing. </a:t>
            </a:r>
            <a:endParaRPr lang="en-US"/>
          </a:p>
          <a:p>
            <a:pPr lvl="1" algn="ctr"/>
            <a:endParaRPr lang="en-US">
              <a:ea typeface="+mn-lt"/>
              <a:cs typeface="+mn-lt"/>
            </a:endParaRPr>
          </a:p>
          <a:p>
            <a:pPr lvl="1" algn="ctr"/>
            <a:r>
              <a:rPr lang="en-US">
                <a:ea typeface="+mn-lt"/>
                <a:cs typeface="+mn-lt"/>
              </a:rPr>
              <a:t>Besides the standard sequence, it can also have parallel or alternative sequences. Alongside the standard values, the routing also contains time elements that are relevant for scheduling operations. Each operation in the routing may contain its own base quantity, to which these time elements may refer. </a:t>
            </a:r>
            <a:endParaRPr lang="en-US">
              <a:cs typeface="Arial"/>
            </a:endParaRPr>
          </a:p>
          <a:p>
            <a:pPr algn="l">
              <a:lnSpc>
                <a:spcPct val="110000"/>
              </a:lnSpc>
              <a:spcBef>
                <a:spcPts val="600"/>
              </a:spcBef>
              <a:spcAft>
                <a:spcPts val="0"/>
              </a:spcAft>
            </a:pPr>
            <a:endParaRPr lang="en-IN"/>
          </a:p>
        </p:txBody>
      </p:sp>
      <p:pic>
        <p:nvPicPr>
          <p:cNvPr id="6" name="Picture 2">
            <a:extLst>
              <a:ext uri="{FF2B5EF4-FFF2-40B4-BE49-F238E27FC236}">
                <a16:creationId xmlns:a16="http://schemas.microsoft.com/office/drawing/2014/main" id="{7D275F83-46B5-927E-A9F6-65432F2555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6510"/>
          <a:stretch>
            <a:fillRect/>
          </a:stretch>
        </p:blipFill>
        <p:spPr bwMode="auto">
          <a:xfrm>
            <a:off x="6867144" y="3231355"/>
            <a:ext cx="4966716" cy="2999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754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4">
            <a:extLst>
              <a:ext uri="{FF2B5EF4-FFF2-40B4-BE49-F238E27FC236}">
                <a16:creationId xmlns:a16="http://schemas.microsoft.com/office/drawing/2014/main" id="{8F6D0EA2-BB5C-73BE-B482-73B54EC3394F}"/>
              </a:ext>
            </a:extLst>
          </p:cNvPr>
          <p:cNvSpPr>
            <a:spLocks noGrp="1"/>
          </p:cNvSpPr>
          <p:nvPr>
            <p:ph type="dt" sz="half" idx="16"/>
          </p:nvPr>
        </p:nvSpPr>
        <p:spPr>
          <a:xfrm>
            <a:off x="2651760" y="6400800"/>
            <a:ext cx="1371600" cy="228600"/>
          </a:xfrm>
        </p:spPr>
        <p:txBody>
          <a:bodyPr anchor="ctr">
            <a:normAutofit/>
          </a:bodyPr>
          <a:lstStyle/>
          <a:p>
            <a:pPr>
              <a:spcAft>
                <a:spcPts val="600"/>
              </a:spcAft>
            </a:pPr>
            <a:fld id="{14F1C031-EC3A-4B39-89BF-3EBD35E7CF26}" type="datetime1">
              <a:rPr lang="en-US" smtClean="0"/>
              <a:pPr>
                <a:spcAft>
                  <a:spcPts val="600"/>
                </a:spcAft>
              </a:pPr>
              <a:t>2/24/2026</a:t>
            </a:fld>
            <a:endParaRPr lang="en-US"/>
          </a:p>
        </p:txBody>
      </p:sp>
      <p:sp>
        <p:nvSpPr>
          <p:cNvPr id="5" name="Footer Placeholder 4">
            <a:extLst>
              <a:ext uri="{FF2B5EF4-FFF2-40B4-BE49-F238E27FC236}">
                <a16:creationId xmlns:a16="http://schemas.microsoft.com/office/drawing/2014/main" id="{2F4F1FF4-E82C-64B3-E12B-23321CDE3566}"/>
              </a:ext>
            </a:extLst>
          </p:cNvPr>
          <p:cNvSpPr>
            <a:spLocks noGrp="1"/>
          </p:cNvSpPr>
          <p:nvPr>
            <p:ph type="ftr" sz="quarter" idx="17"/>
          </p:nvPr>
        </p:nvSpPr>
        <p:spPr>
          <a:xfrm>
            <a:off x="1005840" y="6400800"/>
            <a:ext cx="1371600" cy="228600"/>
          </a:xfrm>
        </p:spPr>
        <p:txBody>
          <a:bodyPr anchor="ctr">
            <a:normAutofit/>
          </a:bodyPr>
          <a:lstStyle/>
          <a:p>
            <a:pPr>
              <a:spcAft>
                <a:spcPts val="600"/>
              </a:spcAft>
            </a:pPr>
            <a:r>
              <a:rPr lang="en-US"/>
              <a:t>© 2025–2027 Cognizant | Private</a:t>
            </a:r>
          </a:p>
        </p:txBody>
      </p:sp>
      <p:sp>
        <p:nvSpPr>
          <p:cNvPr id="16" name="Slide Number Placeholder 6">
            <a:extLst>
              <a:ext uri="{FF2B5EF4-FFF2-40B4-BE49-F238E27FC236}">
                <a16:creationId xmlns:a16="http://schemas.microsoft.com/office/drawing/2014/main" id="{3F4C64DB-D881-EC8F-B883-A8F3595D5C15}"/>
              </a:ext>
            </a:extLst>
          </p:cNvPr>
          <p:cNvSpPr>
            <a:spLocks noGrp="1"/>
          </p:cNvSpPr>
          <p:nvPr>
            <p:ph type="sldNum" sz="quarter" idx="18"/>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33</a:t>
            </a:fld>
            <a:endParaRPr lang="en-US"/>
          </a:p>
        </p:txBody>
      </p:sp>
      <p:sp>
        <p:nvSpPr>
          <p:cNvPr id="4" name="Date Placeholder 3" hidden="1">
            <a:extLst>
              <a:ext uri="{FF2B5EF4-FFF2-40B4-BE49-F238E27FC236}">
                <a16:creationId xmlns:a16="http://schemas.microsoft.com/office/drawing/2014/main" id="{4F60A2C3-3A02-1677-99FA-D3FE4922395C}"/>
              </a:ext>
            </a:extLst>
          </p:cNvPr>
          <p:cNvSpPr>
            <a:spLocks noGrp="1"/>
          </p:cNvSpPr>
          <p:nvPr>
            <p:ph type="dt" sz="half" idx="4294967295"/>
          </p:nvPr>
        </p:nvSpPr>
        <p:spPr>
          <a:xfrm>
            <a:off x="2651760" y="6400800"/>
            <a:ext cx="1371600" cy="228600"/>
          </a:xfrm>
        </p:spPr>
        <p:txBody>
          <a:bodyPr/>
          <a:lstStyle/>
          <a:p>
            <a:pPr>
              <a:spcAft>
                <a:spcPts val="600"/>
              </a:spcAft>
            </a:pPr>
            <a:fld id="{0EE96E1D-5B60-4BD9-8B64-C4443EAF10F3}" type="datetime1">
              <a:rPr lang="en-US" smtClean="0"/>
              <a:pPr>
                <a:spcAft>
                  <a:spcPts val="600"/>
                </a:spcAft>
              </a:pPr>
              <a:t>2/24/2026</a:t>
            </a:fld>
            <a:endParaRPr lang="en-US"/>
          </a:p>
        </p:txBody>
      </p:sp>
      <p:sp>
        <p:nvSpPr>
          <p:cNvPr id="6" name="Slide Number Placeholder 5" hidden="1">
            <a:extLst>
              <a:ext uri="{FF2B5EF4-FFF2-40B4-BE49-F238E27FC236}">
                <a16:creationId xmlns:a16="http://schemas.microsoft.com/office/drawing/2014/main" id="{351CB373-D031-0CE1-28AA-F02244B02738}"/>
              </a:ext>
            </a:extLst>
          </p:cNvPr>
          <p:cNvSpPr>
            <a:spLocks noGrp="1"/>
          </p:cNvSpPr>
          <p:nvPr>
            <p:ph type="sldNum" sz="quarter" idx="4294967295"/>
          </p:nvPr>
        </p:nvSpPr>
        <p:spPr>
          <a:xfrm>
            <a:off x="457200" y="6400799"/>
            <a:ext cx="365760" cy="228600"/>
          </a:xfrm>
        </p:spPr>
        <p:txBody>
          <a:bodyPr/>
          <a:lstStyle/>
          <a:p>
            <a:pPr>
              <a:spcAft>
                <a:spcPts val="600"/>
              </a:spcAft>
            </a:pPr>
            <a:fld id="{38826FC0-333C-E549-9FA3-0EE43DF298A3}" type="slidenum">
              <a:rPr lang="en-US" smtClean="0"/>
              <a:pPr>
                <a:spcAft>
                  <a:spcPts val="600"/>
                </a:spcAft>
              </a:pPr>
              <a:t>33</a:t>
            </a:fld>
            <a:endParaRPr lang="en-US"/>
          </a:p>
        </p:txBody>
      </p:sp>
      <p:pic>
        <p:nvPicPr>
          <p:cNvPr id="20" name="Picture 19" descr="A screenshot of a computer&#10;&#10;AI-generated content may be incorrect.">
            <a:extLst>
              <a:ext uri="{FF2B5EF4-FFF2-40B4-BE49-F238E27FC236}">
                <a16:creationId xmlns:a16="http://schemas.microsoft.com/office/drawing/2014/main" id="{66552354-D01D-C72B-F2FA-D2AB30415270}"/>
              </a:ext>
            </a:extLst>
          </p:cNvPr>
          <p:cNvPicPr>
            <a:picLocks noChangeAspect="1"/>
          </p:cNvPicPr>
          <p:nvPr/>
        </p:nvPicPr>
        <p:blipFill>
          <a:blip r:embed="rId2"/>
          <a:stretch>
            <a:fillRect/>
          </a:stretch>
        </p:blipFill>
        <p:spPr>
          <a:xfrm>
            <a:off x="0" y="4404865"/>
            <a:ext cx="12192000" cy="2448821"/>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79736E02-5216-8D2D-8EBC-2C2356CEB0BE}"/>
              </a:ext>
            </a:extLst>
          </p:cNvPr>
          <p:cNvPicPr>
            <a:picLocks noChangeAspect="1"/>
          </p:cNvPicPr>
          <p:nvPr/>
        </p:nvPicPr>
        <p:blipFill>
          <a:blip r:embed="rId3"/>
          <a:stretch>
            <a:fillRect/>
          </a:stretch>
        </p:blipFill>
        <p:spPr>
          <a:xfrm>
            <a:off x="0" y="0"/>
            <a:ext cx="12192000" cy="4020811"/>
          </a:xfrm>
          <a:prstGeom prst="rect">
            <a:avLst/>
          </a:prstGeom>
        </p:spPr>
      </p:pic>
    </p:spTree>
    <p:extLst>
      <p:ext uri="{BB962C8B-B14F-4D97-AF65-F5344CB8AC3E}">
        <p14:creationId xmlns:p14="http://schemas.microsoft.com/office/powerpoint/2010/main" val="2970257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542B90F-9536-D78E-F8A8-1287229FE1A1}"/>
              </a:ext>
            </a:extLst>
          </p:cNvPr>
          <p:cNvSpPr>
            <a:spLocks noGrp="1"/>
          </p:cNvSpPr>
          <p:nvPr>
            <p:ph type="dt" sz="half" idx="16"/>
          </p:nvPr>
        </p:nvSpPr>
        <p:spPr/>
        <p:txBody>
          <a:bodyPr/>
          <a:lstStyle/>
          <a:p>
            <a:fld id="{14F1C031-EC3A-4B39-89BF-3EBD35E7CF26}" type="datetime1">
              <a:rPr lang="en-US" smtClean="0"/>
              <a:t>2/24/2026</a:t>
            </a:fld>
            <a:endParaRPr lang="en-US"/>
          </a:p>
        </p:txBody>
      </p:sp>
      <p:sp>
        <p:nvSpPr>
          <p:cNvPr id="6" name="Footer Placeholder 5">
            <a:extLst>
              <a:ext uri="{FF2B5EF4-FFF2-40B4-BE49-F238E27FC236}">
                <a16:creationId xmlns:a16="http://schemas.microsoft.com/office/drawing/2014/main" id="{39B1AF64-933E-3EEF-3947-C405D4E60A3E}"/>
              </a:ext>
            </a:extLst>
          </p:cNvPr>
          <p:cNvSpPr>
            <a:spLocks noGrp="1"/>
          </p:cNvSpPr>
          <p:nvPr>
            <p:ph type="ftr" sz="quarter" idx="17"/>
          </p:nvPr>
        </p:nvSpPr>
        <p:spPr/>
        <p:txBody>
          <a:bodyPr/>
          <a:lstStyle/>
          <a:p>
            <a:r>
              <a:rPr lang="en-US"/>
              <a:t>© 2025–2027 Cognizant | Private</a:t>
            </a:r>
          </a:p>
        </p:txBody>
      </p:sp>
      <p:sp>
        <p:nvSpPr>
          <p:cNvPr id="7" name="Slide Number Placeholder 6">
            <a:extLst>
              <a:ext uri="{FF2B5EF4-FFF2-40B4-BE49-F238E27FC236}">
                <a16:creationId xmlns:a16="http://schemas.microsoft.com/office/drawing/2014/main" id="{573BB41B-3C15-F637-EE19-CE5B6D52F58B}"/>
              </a:ext>
            </a:extLst>
          </p:cNvPr>
          <p:cNvSpPr>
            <a:spLocks noGrp="1"/>
          </p:cNvSpPr>
          <p:nvPr>
            <p:ph type="sldNum" sz="quarter" idx="18"/>
          </p:nvPr>
        </p:nvSpPr>
        <p:spPr/>
        <p:txBody>
          <a:bodyPr/>
          <a:lstStyle/>
          <a:p>
            <a:fld id="{38826FC0-333C-E549-9FA3-0EE43DF298A3}" type="slidenum">
              <a:rPr lang="en-US" smtClean="0"/>
              <a:pPr/>
              <a:t>34</a:t>
            </a:fld>
            <a:endParaRPr lang="en-US"/>
          </a:p>
        </p:txBody>
      </p:sp>
      <p:pic>
        <p:nvPicPr>
          <p:cNvPr id="8" name="Picture 7" descr="A screenshot of a computer&#10;&#10;AI-generated content may be incorrect.">
            <a:extLst>
              <a:ext uri="{FF2B5EF4-FFF2-40B4-BE49-F238E27FC236}">
                <a16:creationId xmlns:a16="http://schemas.microsoft.com/office/drawing/2014/main" id="{973A09FF-6B39-98E7-FAD3-A07354728426}"/>
              </a:ext>
            </a:extLst>
          </p:cNvPr>
          <p:cNvPicPr>
            <a:picLocks noChangeAspect="1"/>
          </p:cNvPicPr>
          <p:nvPr/>
        </p:nvPicPr>
        <p:blipFill>
          <a:blip r:embed="rId2"/>
          <a:stretch>
            <a:fillRect/>
          </a:stretch>
        </p:blipFill>
        <p:spPr>
          <a:xfrm>
            <a:off x="0" y="1501465"/>
            <a:ext cx="12192000" cy="3949342"/>
          </a:xfrm>
          <a:prstGeom prst="rect">
            <a:avLst/>
          </a:prstGeom>
        </p:spPr>
      </p:pic>
      <p:sp>
        <p:nvSpPr>
          <p:cNvPr id="9" name="TextBox 8">
            <a:extLst>
              <a:ext uri="{FF2B5EF4-FFF2-40B4-BE49-F238E27FC236}">
                <a16:creationId xmlns:a16="http://schemas.microsoft.com/office/drawing/2014/main" id="{FAD9ABCD-C578-430E-564E-61C6CFAF4B17}"/>
              </a:ext>
            </a:extLst>
          </p:cNvPr>
          <p:cNvSpPr txBox="1"/>
          <p:nvPr/>
        </p:nvSpPr>
        <p:spPr>
          <a:xfrm>
            <a:off x="124024" y="5716138"/>
            <a:ext cx="11701403" cy="281103"/>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1">
              <a:lnSpc>
                <a:spcPct val="110000"/>
              </a:lnSpc>
              <a:spcBef>
                <a:spcPts val="600"/>
              </a:spcBef>
            </a:pPr>
            <a:r>
              <a:rPr lang="en-US">
                <a:ea typeface="+mn-lt"/>
                <a:cs typeface="+mn-lt"/>
              </a:rPr>
              <a:t>Apply the changes with</a:t>
            </a:r>
            <a:r>
              <a:rPr lang="en-US" b="1">
                <a:ea typeface="+mn-lt"/>
                <a:cs typeface="+mn-lt"/>
              </a:rPr>
              <a:t> SAVE</a:t>
            </a:r>
            <a:r>
              <a:rPr lang="en-US">
                <a:ea typeface="+mn-lt"/>
                <a:cs typeface="+mn-lt"/>
              </a:rPr>
              <a:t> . The system issues a message that the routing has been saved.</a:t>
            </a:r>
            <a:endParaRPr lang="en-US"/>
          </a:p>
        </p:txBody>
      </p:sp>
      <p:sp>
        <p:nvSpPr>
          <p:cNvPr id="10" name="TextBox 18">
            <a:extLst>
              <a:ext uri="{FF2B5EF4-FFF2-40B4-BE49-F238E27FC236}">
                <a16:creationId xmlns:a16="http://schemas.microsoft.com/office/drawing/2014/main" id="{61248264-031E-DD46-09F9-76AE7D65453D}"/>
              </a:ext>
            </a:extLst>
          </p:cNvPr>
          <p:cNvSpPr txBox="1"/>
          <p:nvPr/>
        </p:nvSpPr>
        <p:spPr>
          <a:xfrm>
            <a:off x="121742" y="363572"/>
            <a:ext cx="11481722" cy="662746"/>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nSpc>
                <a:spcPct val="110000"/>
              </a:lnSpc>
              <a:spcBef>
                <a:spcPts val="600"/>
              </a:spcBef>
            </a:pPr>
            <a:r>
              <a:rPr lang="en-US">
                <a:ea typeface="+mn-lt"/>
                <a:cs typeface="+mn-lt"/>
              </a:rPr>
              <a:t>Select</a:t>
            </a:r>
            <a:r>
              <a:rPr lang="en-US" b="1">
                <a:ea typeface="+mn-lt"/>
                <a:cs typeface="+mn-lt"/>
              </a:rPr>
              <a:t> Allocation</a:t>
            </a:r>
            <a:r>
              <a:rPr lang="en-US">
                <a:ea typeface="+mn-lt"/>
                <a:cs typeface="+mn-lt"/>
              </a:rPr>
              <a:t> to display a list of all components.</a:t>
            </a:r>
          </a:p>
          <a:p>
            <a:pPr lvl="1">
              <a:lnSpc>
                <a:spcPct val="110000"/>
              </a:lnSpc>
              <a:spcBef>
                <a:spcPts val="600"/>
              </a:spcBef>
            </a:pPr>
            <a:r>
              <a:rPr lang="en-US">
                <a:ea typeface="+mn-lt"/>
                <a:cs typeface="+mn-lt"/>
              </a:rPr>
              <a:t>Press </a:t>
            </a:r>
            <a:r>
              <a:rPr lang="en-US" b="1">
                <a:ea typeface="+mn-lt"/>
                <a:cs typeface="+mn-lt"/>
              </a:rPr>
              <a:t>Assignment</a:t>
            </a:r>
            <a:r>
              <a:rPr lang="en-US">
                <a:ea typeface="+mn-lt"/>
                <a:cs typeface="+mn-lt"/>
              </a:rPr>
              <a:t>. In the popup that appears, enter 0020 for Activity and confirm the entry with</a:t>
            </a:r>
            <a:r>
              <a:rPr lang="en-US" b="1">
                <a:ea typeface="+mn-lt"/>
                <a:cs typeface="+mn-lt"/>
              </a:rPr>
              <a:t> SAVE.</a:t>
            </a:r>
            <a:endParaRPr lang="en-US" b="1">
              <a:cs typeface="Arial"/>
            </a:endParaRPr>
          </a:p>
        </p:txBody>
      </p:sp>
    </p:spTree>
    <p:extLst>
      <p:ext uri="{BB962C8B-B14F-4D97-AF65-F5344CB8AC3E}">
        <p14:creationId xmlns:p14="http://schemas.microsoft.com/office/powerpoint/2010/main" val="4140955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375ED7D5-B774-2E7F-D865-45F94959B8DC}"/>
              </a:ext>
            </a:extLst>
          </p:cNvPr>
          <p:cNvSpPr>
            <a:spLocks noGrp="1"/>
          </p:cNvSpPr>
          <p:nvPr>
            <p:ph type="title"/>
          </p:nvPr>
        </p:nvSpPr>
        <p:spPr>
          <a:xfrm>
            <a:off x="173736" y="228600"/>
            <a:ext cx="11277600" cy="332399"/>
          </a:xfrm>
        </p:spPr>
        <p:txBody>
          <a:bodyPr wrap="square" anchor="t">
            <a:noAutofit/>
          </a:bodyPr>
          <a:lstStyle/>
          <a:p>
            <a:r>
              <a:rPr lang="en-US" sz="3200" u="sng">
                <a:solidFill>
                  <a:srgbClr val="C00000"/>
                </a:solidFill>
              </a:rPr>
              <a:t>Production Version (C223)</a:t>
            </a:r>
          </a:p>
        </p:txBody>
      </p:sp>
      <p:sp>
        <p:nvSpPr>
          <p:cNvPr id="5" name="Date Placeholder 4">
            <a:extLst>
              <a:ext uri="{FF2B5EF4-FFF2-40B4-BE49-F238E27FC236}">
                <a16:creationId xmlns:a16="http://schemas.microsoft.com/office/drawing/2014/main" id="{D55365D1-B832-9ABD-7D2B-DE8E3DA3A269}"/>
              </a:ext>
            </a:extLst>
          </p:cNvPr>
          <p:cNvSpPr>
            <a:spLocks noGrp="1"/>
          </p:cNvSpPr>
          <p:nvPr>
            <p:ph type="dt" sz="half" idx="10"/>
          </p:nvPr>
        </p:nvSpPr>
        <p:spPr>
          <a:xfrm>
            <a:off x="2651760" y="6400800"/>
            <a:ext cx="1371600" cy="228600"/>
          </a:xfrm>
        </p:spPr>
        <p:txBody>
          <a:bodyPr anchor="ctr">
            <a:normAutofit/>
          </a:bodyPr>
          <a:lstStyle/>
          <a:p>
            <a:pPr>
              <a:spcAft>
                <a:spcPts val="600"/>
              </a:spcAft>
            </a:pPr>
            <a:fld id="{14F1C031-EC3A-4B39-89BF-3EBD35E7CF26}" type="datetime1">
              <a:rPr lang="en-US" smtClean="0"/>
              <a:pPr>
                <a:spcAft>
                  <a:spcPts val="600"/>
                </a:spcAft>
              </a:pPr>
              <a:t>2/24/2026</a:t>
            </a:fld>
            <a:endParaRPr lang="en-US"/>
          </a:p>
        </p:txBody>
      </p:sp>
      <p:sp>
        <p:nvSpPr>
          <p:cNvPr id="6" name="Footer Placeholder 5">
            <a:extLst>
              <a:ext uri="{FF2B5EF4-FFF2-40B4-BE49-F238E27FC236}">
                <a16:creationId xmlns:a16="http://schemas.microsoft.com/office/drawing/2014/main" id="{13027F1E-3754-02F8-5DBE-7B126CC92CE2}"/>
              </a:ext>
            </a:extLst>
          </p:cNvPr>
          <p:cNvSpPr>
            <a:spLocks noGrp="1"/>
          </p:cNvSpPr>
          <p:nvPr>
            <p:ph type="ftr" sz="quarter" idx="11"/>
          </p:nvPr>
        </p:nvSpPr>
        <p:spPr>
          <a:xfrm>
            <a:off x="1005840" y="6400800"/>
            <a:ext cx="1371600" cy="228600"/>
          </a:xfrm>
        </p:spPr>
        <p:txBody>
          <a:bodyPr anchor="ctr">
            <a:normAutofit/>
          </a:bodyPr>
          <a:lstStyle/>
          <a:p>
            <a:pPr>
              <a:spcAft>
                <a:spcPts val="600"/>
              </a:spcAft>
            </a:pPr>
            <a:r>
              <a:rPr lang="en-US"/>
              <a:t>© 2025–2027 Cognizant | Private</a:t>
            </a:r>
          </a:p>
        </p:txBody>
      </p:sp>
      <p:sp>
        <p:nvSpPr>
          <p:cNvPr id="7" name="Slide Number Placeholder 6">
            <a:extLst>
              <a:ext uri="{FF2B5EF4-FFF2-40B4-BE49-F238E27FC236}">
                <a16:creationId xmlns:a16="http://schemas.microsoft.com/office/drawing/2014/main" id="{8C8B4D19-FD71-AD56-433E-8DA923436841}"/>
              </a:ext>
            </a:extLst>
          </p:cNvPr>
          <p:cNvSpPr>
            <a:spLocks noGrp="1"/>
          </p:cNvSpPr>
          <p:nvPr>
            <p:ph type="sldNum" sz="quarter" idx="12"/>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35</a:t>
            </a:fld>
            <a:endParaRPr lang="en-US"/>
          </a:p>
        </p:txBody>
      </p:sp>
      <p:pic>
        <p:nvPicPr>
          <p:cNvPr id="8" name="Picture 7">
            <a:extLst>
              <a:ext uri="{FF2B5EF4-FFF2-40B4-BE49-F238E27FC236}">
                <a16:creationId xmlns:a16="http://schemas.microsoft.com/office/drawing/2014/main" id="{B8516E6F-DC1F-DA85-343E-7BF81F7680FE}"/>
              </a:ext>
            </a:extLst>
          </p:cNvPr>
          <p:cNvPicPr>
            <a:picLocks noChangeAspect="1"/>
          </p:cNvPicPr>
          <p:nvPr/>
        </p:nvPicPr>
        <p:blipFill>
          <a:blip r:embed="rId2"/>
          <a:stretch>
            <a:fillRect/>
          </a:stretch>
        </p:blipFill>
        <p:spPr>
          <a:xfrm>
            <a:off x="82296" y="1015067"/>
            <a:ext cx="12109704" cy="3551500"/>
          </a:xfrm>
          <a:prstGeom prst="rect">
            <a:avLst/>
          </a:prstGeom>
        </p:spPr>
      </p:pic>
      <p:sp>
        <p:nvSpPr>
          <p:cNvPr id="11" name="TextBox 10">
            <a:extLst>
              <a:ext uri="{FF2B5EF4-FFF2-40B4-BE49-F238E27FC236}">
                <a16:creationId xmlns:a16="http://schemas.microsoft.com/office/drawing/2014/main" id="{68AA94E4-16BC-3DE8-238E-E35184E72BDF}"/>
              </a:ext>
            </a:extLst>
          </p:cNvPr>
          <p:cNvSpPr txBox="1"/>
          <p:nvPr/>
        </p:nvSpPr>
        <p:spPr>
          <a:xfrm>
            <a:off x="82296" y="4873752"/>
            <a:ext cx="11859768" cy="1527047"/>
          </a:xfrm>
          <a:prstGeom prst="rect">
            <a:avLst/>
          </a:prstGeom>
          <a:noFill/>
          <a:ln w="28575">
            <a:solidFill>
              <a:schemeClr val="accent6">
                <a:lumMod val="10000"/>
              </a:schemeClr>
            </a:solidFill>
          </a:ln>
        </p:spPr>
        <p:txBody>
          <a:bodyPr wrap="square" lIns="0" tIns="0" rIns="0" bIns="0" rtlCol="0">
            <a:noAutofit/>
          </a:bodyPr>
          <a:lstStyle/>
          <a:p>
            <a:pPr lvl="1" algn="ctr"/>
            <a:r>
              <a:rPr lang="en-US" b="1">
                <a:latin typeface="Segoe UI"/>
                <a:cs typeface="Segoe UI"/>
              </a:rPr>
              <a:t>What it is</a:t>
            </a:r>
            <a:r>
              <a:rPr lang="en-US">
                <a:latin typeface="Segoe UI"/>
                <a:cs typeface="Segoe UI"/>
              </a:rPr>
              <a:t>:</a:t>
            </a:r>
            <a:br>
              <a:rPr lang="en-US">
                <a:latin typeface="Segoe UI"/>
                <a:cs typeface="Segoe UI"/>
              </a:rPr>
            </a:br>
            <a:r>
              <a:rPr lang="en-US">
                <a:latin typeface="Segoe UI"/>
                <a:cs typeface="Segoe UI"/>
              </a:rPr>
              <a:t>Production Version is basically a combination of the </a:t>
            </a:r>
            <a:r>
              <a:rPr lang="en-US" b="1">
                <a:latin typeface="Segoe UI"/>
                <a:cs typeface="Segoe UI"/>
              </a:rPr>
              <a:t>BOM and task List(Routing).</a:t>
            </a:r>
            <a:endParaRPr lang="en-US" b="1">
              <a:cs typeface="Arial"/>
            </a:endParaRPr>
          </a:p>
          <a:p>
            <a:pPr marL="742950" lvl="1" indent="-285750" algn="ctr">
              <a:buFont typeface="Arial"/>
              <a:buChar char="•"/>
            </a:pPr>
            <a:endParaRPr lang="en-US">
              <a:latin typeface="Segoe UI"/>
              <a:cs typeface="Segoe UI"/>
            </a:endParaRPr>
          </a:p>
          <a:p>
            <a:pPr lvl="1" algn="ctr"/>
            <a:r>
              <a:rPr lang="en-US" b="1">
                <a:latin typeface="Segoe UI"/>
                <a:cs typeface="Segoe UI"/>
              </a:rPr>
              <a:t>Why it’s needed</a:t>
            </a:r>
            <a:r>
              <a:rPr lang="en-US">
                <a:latin typeface="Segoe UI"/>
                <a:cs typeface="Segoe UI"/>
              </a:rPr>
              <a:t>:</a:t>
            </a:r>
            <a:br>
              <a:rPr lang="en-US">
                <a:latin typeface="Segoe UI"/>
                <a:cs typeface="Segoe UI"/>
              </a:rPr>
            </a:br>
            <a:r>
              <a:rPr lang="en-US">
                <a:latin typeface="Segoe UI"/>
                <a:cs typeface="Segoe UI"/>
              </a:rPr>
              <a:t> MRP uses production version to know which BOM and routing to apply.</a:t>
            </a:r>
            <a:endParaRPr lang="en-US">
              <a:cs typeface="Arial"/>
            </a:endParaRPr>
          </a:p>
          <a:p>
            <a:pPr algn="l">
              <a:lnSpc>
                <a:spcPct val="110000"/>
              </a:lnSpc>
              <a:spcBef>
                <a:spcPts val="600"/>
              </a:spcBef>
              <a:spcAft>
                <a:spcPts val="0"/>
              </a:spcAft>
            </a:pPr>
            <a:endParaRPr lang="en-IN"/>
          </a:p>
        </p:txBody>
      </p:sp>
    </p:spTree>
    <p:extLst>
      <p:ext uri="{BB962C8B-B14F-4D97-AF65-F5344CB8AC3E}">
        <p14:creationId xmlns:p14="http://schemas.microsoft.com/office/powerpoint/2010/main" val="3368592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D8EAC1-92D7-D717-4FB5-47711A02BD5B}"/>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49976497-6B8F-CADC-A41B-9C56DFCDB25B}"/>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E5D5C955-A178-77F9-683F-E3499200DFEA}"/>
              </a:ext>
            </a:extLst>
          </p:cNvPr>
          <p:cNvSpPr>
            <a:spLocks noGrp="1"/>
          </p:cNvSpPr>
          <p:nvPr>
            <p:ph type="sldNum" sz="quarter" idx="12"/>
          </p:nvPr>
        </p:nvSpPr>
        <p:spPr/>
        <p:txBody>
          <a:bodyPr/>
          <a:lstStyle/>
          <a:p>
            <a:fld id="{38826FC0-333C-E549-9FA3-0EE43DF298A3}" type="slidenum">
              <a:rPr lang="en-US" smtClean="0"/>
              <a:pPr/>
              <a:t>36</a:t>
            </a:fld>
            <a:endParaRPr lang="en-US"/>
          </a:p>
        </p:txBody>
      </p:sp>
      <p:pic>
        <p:nvPicPr>
          <p:cNvPr id="8" name="Picture 7">
            <a:extLst>
              <a:ext uri="{FF2B5EF4-FFF2-40B4-BE49-F238E27FC236}">
                <a16:creationId xmlns:a16="http://schemas.microsoft.com/office/drawing/2014/main" id="{60E4489C-0B9A-56A9-D698-5F4D2F47C68D}"/>
              </a:ext>
            </a:extLst>
          </p:cNvPr>
          <p:cNvPicPr>
            <a:picLocks noChangeAspect="1"/>
          </p:cNvPicPr>
          <p:nvPr/>
        </p:nvPicPr>
        <p:blipFill>
          <a:blip r:embed="rId2"/>
          <a:stretch>
            <a:fillRect/>
          </a:stretch>
        </p:blipFill>
        <p:spPr>
          <a:xfrm>
            <a:off x="64008" y="0"/>
            <a:ext cx="12063984" cy="4315889"/>
          </a:xfrm>
          <a:prstGeom prst="rect">
            <a:avLst/>
          </a:prstGeom>
        </p:spPr>
      </p:pic>
      <p:pic>
        <p:nvPicPr>
          <p:cNvPr id="9" name="Picture 8">
            <a:extLst>
              <a:ext uri="{FF2B5EF4-FFF2-40B4-BE49-F238E27FC236}">
                <a16:creationId xmlns:a16="http://schemas.microsoft.com/office/drawing/2014/main" id="{D2E8C8B4-1340-4250-5CE7-51F690AEC5A9}"/>
              </a:ext>
            </a:extLst>
          </p:cNvPr>
          <p:cNvPicPr>
            <a:picLocks noChangeAspect="1"/>
          </p:cNvPicPr>
          <p:nvPr/>
        </p:nvPicPr>
        <p:blipFill>
          <a:blip r:embed="rId3"/>
          <a:srcRect l="861" t="26267" r="42972" b="24132"/>
          <a:stretch>
            <a:fillRect/>
          </a:stretch>
        </p:blipFill>
        <p:spPr>
          <a:xfrm>
            <a:off x="3666744" y="4413906"/>
            <a:ext cx="5266943" cy="2242749"/>
          </a:xfrm>
          <a:prstGeom prst="rect">
            <a:avLst/>
          </a:prstGeom>
          <a:ln>
            <a:solidFill>
              <a:schemeClr val="tx1"/>
            </a:solidFill>
          </a:ln>
        </p:spPr>
      </p:pic>
    </p:spTree>
    <p:extLst>
      <p:ext uri="{BB962C8B-B14F-4D97-AF65-F5344CB8AC3E}">
        <p14:creationId xmlns:p14="http://schemas.microsoft.com/office/powerpoint/2010/main" val="358568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C97F6-F0FD-BFB4-40CA-52B5549C5469}"/>
              </a:ext>
            </a:extLst>
          </p:cNvPr>
          <p:cNvSpPr>
            <a:spLocks noGrp="1"/>
          </p:cNvSpPr>
          <p:nvPr>
            <p:ph type="title"/>
          </p:nvPr>
        </p:nvSpPr>
        <p:spPr>
          <a:xfrm>
            <a:off x="3573780" y="228600"/>
            <a:ext cx="4363212" cy="886397"/>
          </a:xfrm>
        </p:spPr>
        <p:txBody>
          <a:bodyPr/>
          <a:lstStyle/>
          <a:p>
            <a:r>
              <a:rPr lang="en-IN" sz="3200">
                <a:solidFill>
                  <a:srgbClr val="B81F2D"/>
                </a:solidFill>
              </a:rPr>
              <a:t>Demand Management</a:t>
            </a:r>
          </a:p>
        </p:txBody>
      </p:sp>
      <p:sp>
        <p:nvSpPr>
          <p:cNvPr id="4" name="Date Placeholder 3">
            <a:extLst>
              <a:ext uri="{FF2B5EF4-FFF2-40B4-BE49-F238E27FC236}">
                <a16:creationId xmlns:a16="http://schemas.microsoft.com/office/drawing/2014/main" id="{251CEB61-0019-C838-442F-A291EEC14F69}"/>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43C4B373-C3F4-87D3-D296-8E17A2CAA8FB}"/>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B539F3F0-2093-02F2-7BB6-DECA349C9A11}"/>
              </a:ext>
            </a:extLst>
          </p:cNvPr>
          <p:cNvSpPr>
            <a:spLocks noGrp="1"/>
          </p:cNvSpPr>
          <p:nvPr>
            <p:ph type="sldNum" sz="quarter" idx="12"/>
          </p:nvPr>
        </p:nvSpPr>
        <p:spPr/>
        <p:txBody>
          <a:bodyPr/>
          <a:lstStyle/>
          <a:p>
            <a:fld id="{38826FC0-333C-E549-9FA3-0EE43DF298A3}" type="slidenum">
              <a:rPr lang="en-US" smtClean="0"/>
              <a:pPr/>
              <a:t>37</a:t>
            </a:fld>
            <a:endParaRPr lang="en-US"/>
          </a:p>
        </p:txBody>
      </p:sp>
      <p:sp>
        <p:nvSpPr>
          <p:cNvPr id="7" name="TextBox 6">
            <a:extLst>
              <a:ext uri="{FF2B5EF4-FFF2-40B4-BE49-F238E27FC236}">
                <a16:creationId xmlns:a16="http://schemas.microsoft.com/office/drawing/2014/main" id="{CD7FDC99-9ADC-F55E-4EA4-A54758D25A6E}"/>
              </a:ext>
            </a:extLst>
          </p:cNvPr>
          <p:cNvSpPr txBox="1"/>
          <p:nvPr/>
        </p:nvSpPr>
        <p:spPr>
          <a:xfrm>
            <a:off x="2889504" y="1257014"/>
            <a:ext cx="6126480" cy="5001768"/>
          </a:xfrm>
          <a:prstGeom prst="rect">
            <a:avLst/>
          </a:prstGeom>
          <a:noFill/>
          <a:ln w="19050">
            <a:solidFill>
              <a:schemeClr val="tx1"/>
            </a:solidFill>
          </a:ln>
        </p:spPr>
        <p:txBody>
          <a:bodyPr wrap="square" lIns="0" tIns="0" rIns="0" bIns="0" rtlCol="0">
            <a:noAutofit/>
          </a:bodyPr>
          <a:lstStyle/>
          <a:p>
            <a:pPr marL="285750" indent="-285750">
              <a:buFont typeface="Wingdings" panose="05000000000000000000" pitchFamily="2" charset="2"/>
              <a:buChar char="§"/>
            </a:pPr>
            <a:r>
              <a:rPr lang="en-US" b="1" dirty="0">
                <a:solidFill>
                  <a:schemeClr val="accent6">
                    <a:lumMod val="10000"/>
                  </a:schemeClr>
                </a:solidFill>
              </a:rPr>
              <a:t>Transactional </a:t>
            </a:r>
            <a:r>
              <a:rPr lang="en-US" b="1" dirty="0">
                <a:cs typeface="Arial"/>
              </a:rPr>
              <a:t>System-Driven Process</a:t>
            </a:r>
          </a:p>
          <a:p>
            <a:pPr marL="285750" indent="-285750">
              <a:buFont typeface="Wingdings" panose="05000000000000000000" pitchFamily="2" charset="2"/>
              <a:buChar char="§"/>
            </a:pPr>
            <a:endParaRPr lang="en-US" b="1" dirty="0">
              <a:cs typeface="Arial"/>
            </a:endParaRPr>
          </a:p>
          <a:p>
            <a:pPr marL="285750" indent="-285750">
              <a:buFont typeface="Wingdings" panose="05000000000000000000" pitchFamily="2" charset="2"/>
              <a:buChar char="§"/>
            </a:pPr>
            <a:r>
              <a:rPr lang="en-US" b="1" dirty="0"/>
              <a:t>Overview - Demand Management</a:t>
            </a:r>
            <a:endParaRPr lang="en-US" b="1" dirty="0">
              <a:solidFill>
                <a:schemeClr val="accent6">
                  <a:lumMod val="10000"/>
                </a:schemeClr>
              </a:solidFill>
            </a:endParaRPr>
          </a:p>
          <a:p>
            <a:pPr marL="285750" indent="-285750">
              <a:buFont typeface="Wingdings" panose="05000000000000000000" pitchFamily="2" charset="2"/>
              <a:buChar char="§"/>
            </a:pPr>
            <a:r>
              <a:rPr lang="en-US" b="1" dirty="0">
                <a:solidFill>
                  <a:schemeClr val="accent6">
                    <a:lumMod val="10000"/>
                  </a:schemeClr>
                </a:solidFill>
              </a:rPr>
              <a:t>Types of Requirements </a:t>
            </a:r>
          </a:p>
          <a:p>
            <a:pPr marL="742950" lvl="1" indent="-285750">
              <a:buFont typeface="Wingdings" panose="05000000000000000000" pitchFamily="2" charset="2"/>
              <a:buChar char="§"/>
            </a:pPr>
            <a:r>
              <a:rPr lang="en-US" b="1" dirty="0">
                <a:solidFill>
                  <a:schemeClr val="accent6">
                    <a:lumMod val="10000"/>
                  </a:schemeClr>
                </a:solidFill>
              </a:rPr>
              <a:t>Planned independent requirements </a:t>
            </a:r>
          </a:p>
          <a:p>
            <a:pPr marL="742950" lvl="1" indent="-285750">
              <a:buFont typeface="Wingdings" panose="05000000000000000000" pitchFamily="2" charset="2"/>
              <a:buChar char="§"/>
            </a:pPr>
            <a:r>
              <a:rPr lang="en-US" b="1" dirty="0">
                <a:solidFill>
                  <a:schemeClr val="accent6">
                    <a:lumMod val="10000"/>
                  </a:schemeClr>
                </a:solidFill>
              </a:rPr>
              <a:t>Customer requirements </a:t>
            </a:r>
          </a:p>
          <a:p>
            <a:pPr marL="285750" indent="-285750">
              <a:buFont typeface="Wingdings" panose="05000000000000000000" pitchFamily="2" charset="2"/>
              <a:buChar char="§"/>
            </a:pPr>
            <a:r>
              <a:rPr lang="en-US" b="1" dirty="0">
                <a:solidFill>
                  <a:schemeClr val="accent6">
                    <a:lumMod val="10000"/>
                  </a:schemeClr>
                </a:solidFill>
              </a:rPr>
              <a:t>MRP Run </a:t>
            </a:r>
          </a:p>
          <a:p>
            <a:pPr marL="285750" indent="-285750">
              <a:buFont typeface="Wingdings" panose="05000000000000000000" pitchFamily="2" charset="2"/>
              <a:buChar char="§"/>
            </a:pPr>
            <a:r>
              <a:rPr lang="en-US" b="1" dirty="0">
                <a:solidFill>
                  <a:schemeClr val="accent6">
                    <a:lumMod val="10000"/>
                  </a:schemeClr>
                </a:solidFill>
              </a:rPr>
              <a:t>Stock &amp; Requirement </a:t>
            </a:r>
          </a:p>
          <a:p>
            <a:pPr marL="285750" indent="-285750">
              <a:buFont typeface="Wingdings" panose="05000000000000000000" pitchFamily="2" charset="2"/>
              <a:buChar char="§"/>
            </a:pPr>
            <a:r>
              <a:rPr lang="en-US" b="1" dirty="0">
                <a:solidFill>
                  <a:schemeClr val="accent6">
                    <a:lumMod val="10000"/>
                  </a:schemeClr>
                </a:solidFill>
              </a:rPr>
              <a:t>Planed order convert into Production Order</a:t>
            </a:r>
          </a:p>
          <a:p>
            <a:pPr marL="285750" indent="-285750">
              <a:buFont typeface="Wingdings" panose="05000000000000000000" pitchFamily="2" charset="2"/>
              <a:buChar char="§"/>
            </a:pPr>
            <a:r>
              <a:rPr lang="en-US" b="1" dirty="0">
                <a:solidFill>
                  <a:schemeClr val="accent6">
                    <a:lumMod val="10000"/>
                  </a:schemeClr>
                </a:solidFill>
              </a:rPr>
              <a:t>Production order release</a:t>
            </a:r>
          </a:p>
          <a:p>
            <a:pPr marL="285750" indent="-285750">
              <a:buFont typeface="Wingdings" panose="05000000000000000000" pitchFamily="2" charset="2"/>
              <a:buChar char="§"/>
            </a:pPr>
            <a:r>
              <a:rPr lang="en-US" b="1" dirty="0">
                <a:solidFill>
                  <a:schemeClr val="accent6">
                    <a:lumMod val="10000"/>
                  </a:schemeClr>
                </a:solidFill>
              </a:rPr>
              <a:t>Goods Issues </a:t>
            </a:r>
          </a:p>
          <a:p>
            <a:pPr marL="285750" indent="-285750">
              <a:buFont typeface="Wingdings" panose="05000000000000000000" pitchFamily="2" charset="2"/>
              <a:buChar char="§"/>
            </a:pPr>
            <a:r>
              <a:rPr lang="en-US" b="1" dirty="0">
                <a:solidFill>
                  <a:schemeClr val="accent6">
                    <a:lumMod val="10000"/>
                  </a:schemeClr>
                </a:solidFill>
              </a:rPr>
              <a:t>Production Order Conformation</a:t>
            </a:r>
          </a:p>
          <a:p>
            <a:pPr marL="285750" indent="-285750">
              <a:buFont typeface="Wingdings" panose="05000000000000000000" pitchFamily="2" charset="2"/>
              <a:buChar char="§"/>
            </a:pPr>
            <a:r>
              <a:rPr lang="en-US" b="1" dirty="0">
                <a:solidFill>
                  <a:schemeClr val="accent6">
                    <a:lumMod val="10000"/>
                  </a:schemeClr>
                </a:solidFill>
              </a:rPr>
              <a:t>Goods Receipt</a:t>
            </a:r>
          </a:p>
          <a:p>
            <a:pPr marL="285750" indent="-285750">
              <a:buFont typeface="Wingdings" panose="05000000000000000000" pitchFamily="2" charset="2"/>
              <a:buChar char="§"/>
            </a:pPr>
            <a:endParaRPr lang="en-US" b="1" dirty="0">
              <a:solidFill>
                <a:schemeClr val="accent6">
                  <a:lumMod val="10000"/>
                </a:schemeClr>
              </a:solidFill>
            </a:endParaRPr>
          </a:p>
          <a:p>
            <a:pPr marL="285750" indent="-285750">
              <a:lnSpc>
                <a:spcPct val="110000"/>
              </a:lnSpc>
              <a:spcBef>
                <a:spcPts val="600"/>
              </a:spcBef>
              <a:spcAft>
                <a:spcPts val="0"/>
              </a:spcAft>
              <a:buFont typeface="Wingdings" panose="05000000000000000000" pitchFamily="2" charset="2"/>
              <a:buChar char="§"/>
            </a:pPr>
            <a:endParaRPr lang="en-IN" dirty="0">
              <a:solidFill>
                <a:schemeClr val="accent6">
                  <a:lumMod val="10000"/>
                </a:schemeClr>
              </a:solidFill>
            </a:endParaRPr>
          </a:p>
        </p:txBody>
      </p:sp>
    </p:spTree>
    <p:extLst>
      <p:ext uri="{BB962C8B-B14F-4D97-AF65-F5344CB8AC3E}">
        <p14:creationId xmlns:p14="http://schemas.microsoft.com/office/powerpoint/2010/main" val="1751180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12C9D7C-C638-CE4C-EE41-37BBAE489893}"/>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C1147774-787C-387B-16D1-3DEFA5856707}"/>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D779176F-72F2-F8C0-9BCD-328DB64B79C9}"/>
              </a:ext>
            </a:extLst>
          </p:cNvPr>
          <p:cNvSpPr>
            <a:spLocks noGrp="1"/>
          </p:cNvSpPr>
          <p:nvPr>
            <p:ph type="sldNum" sz="quarter" idx="12"/>
          </p:nvPr>
        </p:nvSpPr>
        <p:spPr/>
        <p:txBody>
          <a:bodyPr/>
          <a:lstStyle/>
          <a:p>
            <a:fld id="{38826FC0-333C-E549-9FA3-0EE43DF298A3}" type="slidenum">
              <a:rPr lang="en-US" smtClean="0"/>
              <a:pPr/>
              <a:t>38</a:t>
            </a:fld>
            <a:endParaRPr lang="en-US"/>
          </a:p>
        </p:txBody>
      </p:sp>
      <p:pic>
        <p:nvPicPr>
          <p:cNvPr id="1026" name="Picture 2">
            <a:extLst>
              <a:ext uri="{FF2B5EF4-FFF2-40B4-BE49-F238E27FC236}">
                <a16:creationId xmlns:a16="http://schemas.microsoft.com/office/drawing/2014/main" id="{F211A4AE-EC02-063A-1ED8-3B3AF474A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088"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681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D2F5F-9F1D-96DA-EC48-819916111F4C}"/>
              </a:ext>
            </a:extLst>
          </p:cNvPr>
          <p:cNvSpPr>
            <a:spLocks noGrp="1"/>
          </p:cNvSpPr>
          <p:nvPr>
            <p:ph type="title"/>
          </p:nvPr>
        </p:nvSpPr>
        <p:spPr/>
        <p:txBody>
          <a:bodyPr/>
          <a:lstStyle/>
          <a:p>
            <a:r>
              <a:rPr lang="en-US"/>
              <a:t>Overview - Demand Management</a:t>
            </a:r>
            <a:endParaRPr lang="en-IN"/>
          </a:p>
        </p:txBody>
      </p:sp>
      <p:sp>
        <p:nvSpPr>
          <p:cNvPr id="4" name="Date Placeholder 3">
            <a:extLst>
              <a:ext uri="{FF2B5EF4-FFF2-40B4-BE49-F238E27FC236}">
                <a16:creationId xmlns:a16="http://schemas.microsoft.com/office/drawing/2014/main" id="{4C7012BA-0773-3214-3D9A-A96BC7B1D09D}"/>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D787E05B-8A1C-1130-55A9-1F66CDC27D3A}"/>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F4BF0188-DE9C-2C76-C65C-84F69AF2CD05}"/>
              </a:ext>
            </a:extLst>
          </p:cNvPr>
          <p:cNvSpPr>
            <a:spLocks noGrp="1"/>
          </p:cNvSpPr>
          <p:nvPr>
            <p:ph type="sldNum" sz="quarter" idx="12"/>
          </p:nvPr>
        </p:nvSpPr>
        <p:spPr/>
        <p:txBody>
          <a:bodyPr/>
          <a:lstStyle/>
          <a:p>
            <a:fld id="{38826FC0-333C-E549-9FA3-0EE43DF298A3}" type="slidenum">
              <a:rPr lang="en-US" smtClean="0"/>
              <a:pPr/>
              <a:t>39</a:t>
            </a:fld>
            <a:endParaRPr lang="en-US"/>
          </a:p>
        </p:txBody>
      </p:sp>
      <p:sp>
        <p:nvSpPr>
          <p:cNvPr id="7" name="TextBox 6">
            <a:extLst>
              <a:ext uri="{FF2B5EF4-FFF2-40B4-BE49-F238E27FC236}">
                <a16:creationId xmlns:a16="http://schemas.microsoft.com/office/drawing/2014/main" id="{6228AE36-91A6-7B86-3C04-04FE3CBF58DB}"/>
              </a:ext>
            </a:extLst>
          </p:cNvPr>
          <p:cNvSpPr txBox="1"/>
          <p:nvPr/>
        </p:nvSpPr>
        <p:spPr>
          <a:xfrm>
            <a:off x="6931152" y="1984248"/>
            <a:ext cx="4928616" cy="2889504"/>
          </a:xfrm>
          <a:prstGeom prst="rect">
            <a:avLst/>
          </a:prstGeom>
          <a:noFill/>
          <a:ln w="19050">
            <a:solidFill>
              <a:schemeClr val="tx1"/>
            </a:solidFill>
          </a:ln>
        </p:spPr>
        <p:txBody>
          <a:bodyPr wrap="square" lIns="0" tIns="0" rIns="0" bIns="0" rtlCol="0">
            <a:noAutofit/>
          </a:bodyPr>
          <a:lstStyle/>
          <a:p>
            <a:pPr>
              <a:buSzPct val="120000"/>
              <a:buFont typeface="Wingdings" panose="05000000000000000000" pitchFamily="2" charset="2"/>
              <a:buChar char="§"/>
            </a:pPr>
            <a:r>
              <a:rPr lang="en-US"/>
              <a:t>The function of Demand Management is to determine requirement quantities and delivery dates for finished products assemblies. Customer requirements are created in sales order management. </a:t>
            </a:r>
          </a:p>
          <a:p>
            <a:pPr>
              <a:buSzPct val="120000"/>
              <a:buFont typeface="Wingdings" panose="05000000000000000000" pitchFamily="2" charset="2"/>
              <a:buChar char="§"/>
            </a:pPr>
            <a:endParaRPr lang="en-US"/>
          </a:p>
          <a:p>
            <a:pPr>
              <a:buSzPct val="120000"/>
              <a:buFont typeface="Wingdings" panose="05000000000000000000" pitchFamily="2" charset="2"/>
              <a:buChar char="§"/>
            </a:pPr>
            <a:r>
              <a:rPr lang="en-US"/>
              <a:t>Demand Management is the link between top level requirements planning (</a:t>
            </a:r>
            <a:r>
              <a:rPr lang="en-US" err="1"/>
              <a:t>eg</a:t>
            </a:r>
            <a:r>
              <a:rPr lang="en-US"/>
              <a:t>: SOP, Material forecasting) with the Material requirement planning (MPS/MRP) </a:t>
            </a:r>
          </a:p>
          <a:p>
            <a:pPr algn="l">
              <a:lnSpc>
                <a:spcPct val="110000"/>
              </a:lnSpc>
              <a:spcBef>
                <a:spcPts val="600"/>
              </a:spcBef>
              <a:spcAft>
                <a:spcPts val="0"/>
              </a:spcAft>
            </a:pPr>
            <a:endParaRPr lang="en-IN" err="1"/>
          </a:p>
        </p:txBody>
      </p:sp>
      <p:pic>
        <p:nvPicPr>
          <p:cNvPr id="8" name="Content Placeholder 3">
            <a:extLst>
              <a:ext uri="{FF2B5EF4-FFF2-40B4-BE49-F238E27FC236}">
                <a16:creationId xmlns:a16="http://schemas.microsoft.com/office/drawing/2014/main" id="{DC4CFABA-9FDF-FF82-4FFE-ECA5A6103DBE}"/>
              </a:ext>
            </a:extLst>
          </p:cNvPr>
          <p:cNvPicPr>
            <a:picLocks noGrp="1" noChangeAspect="1"/>
          </p:cNvPicPr>
          <p:nvPr>
            <p:ph idx="1"/>
          </p:nvPr>
        </p:nvPicPr>
        <p:blipFill rotWithShape="1">
          <a:blip r:embed="rId2"/>
          <a:srcRect l="486" t="20370" r="760" b="725"/>
          <a:stretch/>
        </p:blipFill>
        <p:spPr>
          <a:xfrm>
            <a:off x="531477" y="1682496"/>
            <a:ext cx="5612166" cy="3656864"/>
          </a:xfrm>
          <a:prstGeom prst="rect">
            <a:avLst/>
          </a:prstGeom>
        </p:spPr>
      </p:pic>
    </p:spTree>
    <p:extLst>
      <p:ext uri="{BB962C8B-B14F-4D97-AF65-F5344CB8AC3E}">
        <p14:creationId xmlns:p14="http://schemas.microsoft.com/office/powerpoint/2010/main" val="1862646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6D264-6B03-157C-F007-A8E10E603AC7}"/>
              </a:ext>
            </a:extLst>
          </p:cNvPr>
          <p:cNvSpPr>
            <a:spLocks noGrp="1"/>
          </p:cNvSpPr>
          <p:nvPr>
            <p:ph type="title"/>
          </p:nvPr>
        </p:nvSpPr>
        <p:spPr>
          <a:xfrm>
            <a:off x="457200" y="228600"/>
            <a:ext cx="11277600" cy="332399"/>
          </a:xfrm>
        </p:spPr>
        <p:txBody>
          <a:bodyPr/>
          <a:lstStyle/>
          <a:p>
            <a:r>
              <a:rPr lang="en-US">
                <a:cs typeface="Arial"/>
              </a:rPr>
              <a:t>PIR (MD61)</a:t>
            </a:r>
          </a:p>
        </p:txBody>
      </p:sp>
      <p:sp>
        <p:nvSpPr>
          <p:cNvPr id="4" name="Date Placeholder 3">
            <a:extLst>
              <a:ext uri="{FF2B5EF4-FFF2-40B4-BE49-F238E27FC236}">
                <a16:creationId xmlns:a16="http://schemas.microsoft.com/office/drawing/2014/main" id="{68A42FAE-9A3B-8930-F2AF-B1203DAA83CC}"/>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29E9F781-CD16-EF62-503E-5806BEFFE512}"/>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554D8A90-7FCC-52C6-5983-5E865ABB0E6D}"/>
              </a:ext>
            </a:extLst>
          </p:cNvPr>
          <p:cNvSpPr>
            <a:spLocks noGrp="1"/>
          </p:cNvSpPr>
          <p:nvPr>
            <p:ph type="sldNum" sz="quarter" idx="12"/>
          </p:nvPr>
        </p:nvSpPr>
        <p:spPr/>
        <p:txBody>
          <a:bodyPr/>
          <a:lstStyle/>
          <a:p>
            <a:fld id="{38826FC0-333C-E549-9FA3-0EE43DF298A3}" type="slidenum">
              <a:rPr lang="en-US" smtClean="0"/>
              <a:pPr/>
              <a:t>40</a:t>
            </a:fld>
            <a:endParaRPr lang="en-US"/>
          </a:p>
        </p:txBody>
      </p:sp>
      <p:pic>
        <p:nvPicPr>
          <p:cNvPr id="9" name="Picture 8" descr="A screenshot of a computer&#10;&#10;AI-generated content may be incorrect.">
            <a:extLst>
              <a:ext uri="{FF2B5EF4-FFF2-40B4-BE49-F238E27FC236}">
                <a16:creationId xmlns:a16="http://schemas.microsoft.com/office/drawing/2014/main" id="{3E659F33-1DBC-6969-532B-E4E8F2B30748}"/>
              </a:ext>
            </a:extLst>
          </p:cNvPr>
          <p:cNvPicPr>
            <a:picLocks noChangeAspect="1"/>
          </p:cNvPicPr>
          <p:nvPr/>
        </p:nvPicPr>
        <p:blipFill>
          <a:blip r:embed="rId2"/>
          <a:stretch>
            <a:fillRect/>
          </a:stretch>
        </p:blipFill>
        <p:spPr>
          <a:xfrm>
            <a:off x="640080" y="789599"/>
            <a:ext cx="5022211" cy="3624028"/>
          </a:xfrm>
          <a:prstGeom prst="rect">
            <a:avLst/>
          </a:prstGeom>
          <a:ln>
            <a:solidFill>
              <a:schemeClr val="accent6">
                <a:lumMod val="10000"/>
              </a:schemeClr>
            </a:solidFill>
          </a:ln>
        </p:spPr>
      </p:pic>
      <p:sp>
        <p:nvSpPr>
          <p:cNvPr id="10" name="TextBox 9">
            <a:extLst>
              <a:ext uri="{FF2B5EF4-FFF2-40B4-BE49-F238E27FC236}">
                <a16:creationId xmlns:a16="http://schemas.microsoft.com/office/drawing/2014/main" id="{BC50B798-65A7-518F-8677-5AFC6411E5DF}"/>
              </a:ext>
            </a:extLst>
          </p:cNvPr>
          <p:cNvSpPr txBox="1"/>
          <p:nvPr/>
        </p:nvSpPr>
        <p:spPr>
          <a:xfrm>
            <a:off x="7721661" y="789599"/>
            <a:ext cx="3713298" cy="3046988"/>
          </a:xfrm>
          <a:prstGeom prst="rect">
            <a:avLst/>
          </a:prstGeom>
          <a:noFill/>
          <a:ln w="28575">
            <a:solidFill>
              <a:schemeClr val="tx1"/>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28600" indent="-228600" algn="just">
              <a:buFont typeface=""/>
              <a:buChar char="•"/>
            </a:pPr>
            <a:r>
              <a:rPr lang="en-US">
                <a:latin typeface="Verdana"/>
                <a:ea typeface="Verdana"/>
                <a:cs typeface="Verdana"/>
              </a:rPr>
              <a:t>The single material for which demand needs to be created.</a:t>
            </a:r>
          </a:p>
          <a:p>
            <a:pPr marL="228600" indent="-228600" algn="just">
              <a:buFont typeface=""/>
              <a:buChar char="•"/>
            </a:pPr>
            <a:r>
              <a:rPr lang="en-US">
                <a:latin typeface="Verdana"/>
                <a:ea typeface="Verdana"/>
                <a:cs typeface="Verdana"/>
              </a:rPr>
              <a:t>MRP area and Plant Code.</a:t>
            </a:r>
          </a:p>
          <a:p>
            <a:pPr marL="228600" indent="-228600" algn="just">
              <a:buFont typeface=""/>
              <a:buChar char="•"/>
            </a:pPr>
            <a:r>
              <a:rPr lang="en-US">
                <a:latin typeface="Verdana"/>
                <a:ea typeface="Verdana"/>
                <a:cs typeface="Verdana"/>
              </a:rPr>
              <a:t>Version as 00, which shows the active version and requirements would be considered in MRP run.</a:t>
            </a:r>
          </a:p>
          <a:p>
            <a:pPr marL="228600" indent="-228600" algn="just">
              <a:buFont typeface=""/>
              <a:buChar char="•"/>
            </a:pPr>
            <a:r>
              <a:rPr lang="en-US">
                <a:latin typeface="Verdana"/>
                <a:ea typeface="Verdana"/>
                <a:cs typeface="Verdana"/>
              </a:rPr>
              <a:t>The planning horizon dates for which the demand needs to be created.</a:t>
            </a:r>
          </a:p>
          <a:p>
            <a:pPr marL="228600" indent="-228600" algn="just">
              <a:buFont typeface=""/>
              <a:buChar char="•"/>
            </a:pPr>
            <a:r>
              <a:rPr lang="en-US">
                <a:latin typeface="Verdana"/>
                <a:ea typeface="Verdana"/>
                <a:cs typeface="Verdana"/>
              </a:rPr>
              <a:t>Planning period as month M.</a:t>
            </a:r>
            <a:endParaRPr lang="en-US"/>
          </a:p>
        </p:txBody>
      </p:sp>
      <p:sp>
        <p:nvSpPr>
          <p:cNvPr id="11" name="TextBox 10">
            <a:extLst>
              <a:ext uri="{FF2B5EF4-FFF2-40B4-BE49-F238E27FC236}">
                <a16:creationId xmlns:a16="http://schemas.microsoft.com/office/drawing/2014/main" id="{7D4409BD-5862-E529-8E54-E6048015125C}"/>
              </a:ext>
            </a:extLst>
          </p:cNvPr>
          <p:cNvSpPr txBox="1"/>
          <p:nvPr/>
        </p:nvSpPr>
        <p:spPr>
          <a:xfrm>
            <a:off x="7721661" y="4438134"/>
            <a:ext cx="3790636" cy="1061573"/>
          </a:xfrm>
          <a:prstGeom prst="rect">
            <a:avLst/>
          </a:prstGeom>
          <a:noFill/>
          <a:ln w="19050">
            <a:solidFill>
              <a:schemeClr val="tx1"/>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600"/>
              </a:spcBef>
            </a:pPr>
            <a:r>
              <a:rPr lang="en-US" sz="1600">
                <a:solidFill>
                  <a:srgbClr val="000000"/>
                </a:solidFill>
                <a:highlight>
                  <a:srgbClr val="FFFFFF"/>
                </a:highlight>
                <a:latin typeface="Verdana"/>
                <a:ea typeface="Verdana"/>
              </a:rPr>
              <a:t>Enter Version 00 and by default the Active checkbox is flagged, showing it is an active requirement and would be considered in MRP run.</a:t>
            </a:r>
            <a:endParaRPr lang="en-US" sz="1600"/>
          </a:p>
        </p:txBody>
      </p:sp>
      <p:pic>
        <p:nvPicPr>
          <p:cNvPr id="7" name="Picture 6">
            <a:extLst>
              <a:ext uri="{FF2B5EF4-FFF2-40B4-BE49-F238E27FC236}">
                <a16:creationId xmlns:a16="http://schemas.microsoft.com/office/drawing/2014/main" id="{6232EE53-9DB3-BF5A-D6FC-50DA995B691F}"/>
              </a:ext>
            </a:extLst>
          </p:cNvPr>
          <p:cNvPicPr>
            <a:picLocks noChangeAspect="1"/>
          </p:cNvPicPr>
          <p:nvPr/>
        </p:nvPicPr>
        <p:blipFill>
          <a:blip r:embed="rId3"/>
          <a:stretch>
            <a:fillRect/>
          </a:stretch>
        </p:blipFill>
        <p:spPr>
          <a:xfrm>
            <a:off x="1005840" y="4712537"/>
            <a:ext cx="4464427" cy="2017376"/>
          </a:xfrm>
          <a:prstGeom prst="rect">
            <a:avLst/>
          </a:prstGeom>
          <a:ln>
            <a:solidFill>
              <a:schemeClr val="accent6">
                <a:lumMod val="10000"/>
              </a:schemeClr>
            </a:solidFill>
          </a:ln>
        </p:spPr>
      </p:pic>
    </p:spTree>
    <p:extLst>
      <p:ext uri="{BB962C8B-B14F-4D97-AF65-F5344CB8AC3E}">
        <p14:creationId xmlns:p14="http://schemas.microsoft.com/office/powerpoint/2010/main" val="2199116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F6B24-1D00-587A-A015-08B9185B0B97}"/>
              </a:ext>
            </a:extLst>
          </p:cNvPr>
          <p:cNvSpPr>
            <a:spLocks noGrp="1"/>
          </p:cNvSpPr>
          <p:nvPr>
            <p:ph type="title"/>
          </p:nvPr>
        </p:nvSpPr>
        <p:spPr>
          <a:xfrm>
            <a:off x="457200" y="457200"/>
            <a:ext cx="11277600" cy="664797"/>
          </a:xfrm>
        </p:spPr>
        <p:txBody>
          <a:bodyPr/>
          <a:lstStyle/>
          <a:p>
            <a:r>
              <a:rPr lang="en-IN"/>
              <a:t>Material Requirement Planning(MD01N)</a:t>
            </a:r>
            <a:br>
              <a:rPr lang="en-IN"/>
            </a:br>
            <a:endParaRPr lang="en-IN"/>
          </a:p>
        </p:txBody>
      </p:sp>
      <p:sp>
        <p:nvSpPr>
          <p:cNvPr id="4" name="Date Placeholder 3">
            <a:extLst>
              <a:ext uri="{FF2B5EF4-FFF2-40B4-BE49-F238E27FC236}">
                <a16:creationId xmlns:a16="http://schemas.microsoft.com/office/drawing/2014/main" id="{70DCEE89-C672-A03C-AFEB-9FB8753607BE}"/>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8EECE2D6-5E7D-2BE8-E14F-04FA0337F72B}"/>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B7E3EB75-5011-9479-598F-E4BAC82E83B4}"/>
              </a:ext>
            </a:extLst>
          </p:cNvPr>
          <p:cNvSpPr>
            <a:spLocks noGrp="1"/>
          </p:cNvSpPr>
          <p:nvPr>
            <p:ph type="sldNum" sz="quarter" idx="12"/>
          </p:nvPr>
        </p:nvSpPr>
        <p:spPr/>
        <p:txBody>
          <a:bodyPr/>
          <a:lstStyle/>
          <a:p>
            <a:fld id="{38826FC0-333C-E549-9FA3-0EE43DF298A3}" type="slidenum">
              <a:rPr lang="en-US" smtClean="0"/>
              <a:pPr/>
              <a:t>41</a:t>
            </a:fld>
            <a:endParaRPr lang="en-US"/>
          </a:p>
        </p:txBody>
      </p:sp>
      <p:sp>
        <p:nvSpPr>
          <p:cNvPr id="9" name="TextBox 8">
            <a:extLst>
              <a:ext uri="{FF2B5EF4-FFF2-40B4-BE49-F238E27FC236}">
                <a16:creationId xmlns:a16="http://schemas.microsoft.com/office/drawing/2014/main" id="{20A9A9CE-C874-B194-1F83-61A43828788D}"/>
              </a:ext>
            </a:extLst>
          </p:cNvPr>
          <p:cNvSpPr txBox="1"/>
          <p:nvPr/>
        </p:nvSpPr>
        <p:spPr>
          <a:xfrm>
            <a:off x="7388352" y="1298449"/>
            <a:ext cx="4549140" cy="3416320"/>
          </a:xfrm>
          <a:prstGeom prst="rect">
            <a:avLst/>
          </a:prstGeom>
          <a:noFill/>
          <a:ln>
            <a:solidFill>
              <a:schemeClr val="accent6">
                <a:lumMod val="10000"/>
              </a:schemeClr>
            </a:solidFill>
          </a:ln>
        </p:spPr>
        <p:txBody>
          <a:bodyPr wrap="square">
            <a:spAutoFit/>
          </a:bodyPr>
          <a:lstStyle/>
          <a:p>
            <a:r>
              <a:rPr lang="en-US" b="1" i="0" dirty="0">
                <a:solidFill>
                  <a:srgbClr val="000000"/>
                </a:solidFill>
                <a:effectLst/>
                <a:latin typeface="Verdana" panose="020B0604030504040204" pitchFamily="34" charset="0"/>
              </a:rPr>
              <a:t>MRP run</a:t>
            </a:r>
            <a:r>
              <a:rPr lang="en-US" b="0" i="0" dirty="0">
                <a:solidFill>
                  <a:srgbClr val="000000"/>
                </a:solidFill>
                <a:effectLst/>
                <a:latin typeface="Verdana" panose="020B0604030504040204" pitchFamily="34" charset="0"/>
              </a:rPr>
              <a:t> or </a:t>
            </a:r>
            <a:r>
              <a:rPr lang="en-US" b="1" i="0" dirty="0">
                <a:solidFill>
                  <a:srgbClr val="000000"/>
                </a:solidFill>
                <a:effectLst/>
                <a:latin typeface="Verdana" panose="020B0604030504040204" pitchFamily="34" charset="0"/>
              </a:rPr>
              <a:t>planning run</a:t>
            </a:r>
            <a:r>
              <a:rPr lang="en-US" b="0" i="0" dirty="0">
                <a:solidFill>
                  <a:srgbClr val="000000"/>
                </a:solidFill>
                <a:effectLst/>
                <a:latin typeface="Verdana" panose="020B0604030504040204" pitchFamily="34" charset="0"/>
              </a:rPr>
              <a:t> is an engine which is used to fill the demand and supply gap. Issues and Receipts are called </a:t>
            </a:r>
            <a:r>
              <a:rPr lang="en-US" b="1" i="0" dirty="0">
                <a:solidFill>
                  <a:srgbClr val="000000"/>
                </a:solidFill>
                <a:effectLst/>
                <a:latin typeface="Verdana" panose="020B0604030504040204" pitchFamily="34" charset="0"/>
              </a:rPr>
              <a:t>MRP Elements</a:t>
            </a:r>
            <a:r>
              <a:rPr lang="en-US" b="0" i="0" dirty="0">
                <a:solidFill>
                  <a:srgbClr val="000000"/>
                </a:solidFill>
                <a:effectLst/>
                <a:latin typeface="Verdana" panose="020B0604030504040204" pitchFamily="34" charset="0"/>
              </a:rPr>
              <a:t>. Issues include PIRs, dependent requirements, order reservations, sales orders, issuing stock transfer orders, etc. Receipts include production orders, purchase requisitions, purchase orders, open production orders, receiving stock transfer order, schedule lines, etc.</a:t>
            </a:r>
            <a:endParaRPr lang="en-IN" dirty="0"/>
          </a:p>
        </p:txBody>
      </p:sp>
      <p:pic>
        <p:nvPicPr>
          <p:cNvPr id="7" name="Picture 6">
            <a:extLst>
              <a:ext uri="{FF2B5EF4-FFF2-40B4-BE49-F238E27FC236}">
                <a16:creationId xmlns:a16="http://schemas.microsoft.com/office/drawing/2014/main" id="{7DA37379-9313-D4B9-BF87-DFB176974A46}"/>
              </a:ext>
            </a:extLst>
          </p:cNvPr>
          <p:cNvPicPr>
            <a:picLocks noChangeAspect="1"/>
          </p:cNvPicPr>
          <p:nvPr/>
        </p:nvPicPr>
        <p:blipFill>
          <a:blip r:embed="rId2"/>
          <a:stretch>
            <a:fillRect/>
          </a:stretch>
        </p:blipFill>
        <p:spPr>
          <a:xfrm>
            <a:off x="457200" y="1152671"/>
            <a:ext cx="6582230" cy="4552658"/>
          </a:xfrm>
          <a:prstGeom prst="rect">
            <a:avLst/>
          </a:prstGeom>
        </p:spPr>
      </p:pic>
    </p:spTree>
    <p:extLst>
      <p:ext uri="{BB962C8B-B14F-4D97-AF65-F5344CB8AC3E}">
        <p14:creationId xmlns:p14="http://schemas.microsoft.com/office/powerpoint/2010/main" val="4073164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6FA-38B7-8A9B-A83C-927657C2DFE0}"/>
              </a:ext>
            </a:extLst>
          </p:cNvPr>
          <p:cNvSpPr>
            <a:spLocks noGrp="1"/>
          </p:cNvSpPr>
          <p:nvPr>
            <p:ph type="title"/>
          </p:nvPr>
        </p:nvSpPr>
        <p:spPr>
          <a:xfrm>
            <a:off x="713232" y="242602"/>
            <a:ext cx="11277600" cy="443198"/>
          </a:xfrm>
        </p:spPr>
        <p:txBody>
          <a:bodyPr/>
          <a:lstStyle/>
          <a:p>
            <a:r>
              <a:rPr lang="en-IN"/>
              <a:t> </a:t>
            </a:r>
            <a:r>
              <a:rPr lang="en-IN" sz="3200">
                <a:solidFill>
                  <a:srgbClr val="B81F2D"/>
                </a:solidFill>
              </a:rPr>
              <a:t>MRP T‑Codes</a:t>
            </a:r>
            <a:endParaRPr lang="en-IN">
              <a:solidFill>
                <a:srgbClr val="B81F2D"/>
              </a:solidFill>
            </a:endParaRPr>
          </a:p>
        </p:txBody>
      </p:sp>
      <p:sp>
        <p:nvSpPr>
          <p:cNvPr id="4" name="Date Placeholder 3">
            <a:extLst>
              <a:ext uri="{FF2B5EF4-FFF2-40B4-BE49-F238E27FC236}">
                <a16:creationId xmlns:a16="http://schemas.microsoft.com/office/drawing/2014/main" id="{FB29C23A-F51A-3E22-A198-8611A01477BF}"/>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6CF92371-6C0B-B2C7-B957-F5C56A6FD4A7}"/>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CA55276C-C877-9A25-B66E-44421E472834}"/>
              </a:ext>
            </a:extLst>
          </p:cNvPr>
          <p:cNvSpPr>
            <a:spLocks noGrp="1"/>
          </p:cNvSpPr>
          <p:nvPr>
            <p:ph type="sldNum" sz="quarter" idx="12"/>
          </p:nvPr>
        </p:nvSpPr>
        <p:spPr/>
        <p:txBody>
          <a:bodyPr/>
          <a:lstStyle/>
          <a:p>
            <a:fld id="{38826FC0-333C-E549-9FA3-0EE43DF298A3}" type="slidenum">
              <a:rPr lang="en-US" smtClean="0"/>
              <a:pPr/>
              <a:t>42</a:t>
            </a:fld>
            <a:endParaRPr lang="en-US"/>
          </a:p>
        </p:txBody>
      </p:sp>
      <p:graphicFrame>
        <p:nvGraphicFramePr>
          <p:cNvPr id="7" name="Table 6">
            <a:extLst>
              <a:ext uri="{FF2B5EF4-FFF2-40B4-BE49-F238E27FC236}">
                <a16:creationId xmlns:a16="http://schemas.microsoft.com/office/drawing/2014/main" id="{92A02711-36C9-6704-8912-E137C65CB4C1}"/>
              </a:ext>
            </a:extLst>
          </p:cNvPr>
          <p:cNvGraphicFramePr>
            <a:graphicFrameLocks noGrp="1"/>
          </p:cNvGraphicFramePr>
          <p:nvPr>
            <p:extLst>
              <p:ext uri="{D42A27DB-BD31-4B8C-83A1-F6EECF244321}">
                <p14:modId xmlns:p14="http://schemas.microsoft.com/office/powerpoint/2010/main" val="429698096"/>
              </p:ext>
            </p:extLst>
          </p:nvPr>
        </p:nvGraphicFramePr>
        <p:xfrm>
          <a:off x="1005840" y="996697"/>
          <a:ext cx="9921240" cy="5276088"/>
        </p:xfrm>
        <a:graphic>
          <a:graphicData uri="http://schemas.openxmlformats.org/drawingml/2006/table">
            <a:tbl>
              <a:tblPr>
                <a:tableStyleId>{D113A9D2-9D6B-4929-AA2D-F23B5EE8CBE7}</a:tableStyleId>
              </a:tblPr>
              <a:tblGrid>
                <a:gridCol w="1417320">
                  <a:extLst>
                    <a:ext uri="{9D8B030D-6E8A-4147-A177-3AD203B41FA5}">
                      <a16:colId xmlns:a16="http://schemas.microsoft.com/office/drawing/2014/main" val="2702257700"/>
                    </a:ext>
                  </a:extLst>
                </a:gridCol>
                <a:gridCol w="1417320">
                  <a:extLst>
                    <a:ext uri="{9D8B030D-6E8A-4147-A177-3AD203B41FA5}">
                      <a16:colId xmlns:a16="http://schemas.microsoft.com/office/drawing/2014/main" val="1749639216"/>
                    </a:ext>
                  </a:extLst>
                </a:gridCol>
                <a:gridCol w="1417320">
                  <a:extLst>
                    <a:ext uri="{9D8B030D-6E8A-4147-A177-3AD203B41FA5}">
                      <a16:colId xmlns:a16="http://schemas.microsoft.com/office/drawing/2014/main" val="1577558803"/>
                    </a:ext>
                  </a:extLst>
                </a:gridCol>
                <a:gridCol w="1417320">
                  <a:extLst>
                    <a:ext uri="{9D8B030D-6E8A-4147-A177-3AD203B41FA5}">
                      <a16:colId xmlns:a16="http://schemas.microsoft.com/office/drawing/2014/main" val="2426098476"/>
                    </a:ext>
                  </a:extLst>
                </a:gridCol>
                <a:gridCol w="1417320">
                  <a:extLst>
                    <a:ext uri="{9D8B030D-6E8A-4147-A177-3AD203B41FA5}">
                      <a16:colId xmlns:a16="http://schemas.microsoft.com/office/drawing/2014/main" val="3408019107"/>
                    </a:ext>
                  </a:extLst>
                </a:gridCol>
                <a:gridCol w="1417320">
                  <a:extLst>
                    <a:ext uri="{9D8B030D-6E8A-4147-A177-3AD203B41FA5}">
                      <a16:colId xmlns:a16="http://schemas.microsoft.com/office/drawing/2014/main" val="2005032661"/>
                    </a:ext>
                  </a:extLst>
                </a:gridCol>
                <a:gridCol w="1417320">
                  <a:extLst>
                    <a:ext uri="{9D8B030D-6E8A-4147-A177-3AD203B41FA5}">
                      <a16:colId xmlns:a16="http://schemas.microsoft.com/office/drawing/2014/main" val="3851416989"/>
                    </a:ext>
                  </a:extLst>
                </a:gridCol>
              </a:tblGrid>
              <a:tr h="522016">
                <a:tc>
                  <a:txBody>
                    <a:bodyPr/>
                    <a:lstStyle/>
                    <a:p>
                      <a:pPr>
                        <a:buNone/>
                      </a:pPr>
                      <a:r>
                        <a:rPr lang="en-IN" sz="1400" b="1"/>
                        <a:t>T‑Code</a:t>
                      </a:r>
                      <a:endParaRPr lang="en-IN" sz="1400"/>
                    </a:p>
                  </a:txBody>
                  <a:tcPr anchor="ctr"/>
                </a:tc>
                <a:tc>
                  <a:txBody>
                    <a:bodyPr/>
                    <a:lstStyle/>
                    <a:p>
                      <a:pPr>
                        <a:buNone/>
                      </a:pPr>
                      <a:r>
                        <a:rPr lang="en-IN" sz="1400" b="1"/>
                        <a:t>Name</a:t>
                      </a:r>
                      <a:endParaRPr lang="en-IN" sz="1400"/>
                    </a:p>
                  </a:txBody>
                  <a:tcPr anchor="ctr"/>
                </a:tc>
                <a:tc>
                  <a:txBody>
                    <a:bodyPr/>
                    <a:lstStyle/>
                    <a:p>
                      <a:pPr>
                        <a:buNone/>
                      </a:pPr>
                      <a:r>
                        <a:rPr lang="en-IN" sz="1400" b="1"/>
                        <a:t>Type of Planning</a:t>
                      </a:r>
                      <a:endParaRPr lang="en-IN" sz="1400"/>
                    </a:p>
                  </a:txBody>
                  <a:tcPr anchor="ctr"/>
                </a:tc>
                <a:tc>
                  <a:txBody>
                    <a:bodyPr/>
                    <a:lstStyle/>
                    <a:p>
                      <a:pPr>
                        <a:buNone/>
                      </a:pPr>
                      <a:r>
                        <a:rPr lang="en-IN" sz="1400" b="1"/>
                        <a:t>Scope</a:t>
                      </a:r>
                      <a:endParaRPr lang="en-IN" sz="1400"/>
                    </a:p>
                  </a:txBody>
                  <a:tcPr anchor="ctr"/>
                </a:tc>
                <a:tc>
                  <a:txBody>
                    <a:bodyPr/>
                    <a:lstStyle/>
                    <a:p>
                      <a:pPr>
                        <a:buNone/>
                      </a:pPr>
                      <a:r>
                        <a:rPr lang="en-IN" sz="1400" b="1"/>
                        <a:t>Processing Logic</a:t>
                      </a:r>
                      <a:endParaRPr lang="en-IN" sz="1400"/>
                    </a:p>
                  </a:txBody>
                  <a:tcPr anchor="ctr"/>
                </a:tc>
                <a:tc>
                  <a:txBody>
                    <a:bodyPr/>
                    <a:lstStyle/>
                    <a:p>
                      <a:pPr>
                        <a:buNone/>
                      </a:pPr>
                      <a:r>
                        <a:rPr lang="en-IN" sz="1400" b="1"/>
                        <a:t>Performance</a:t>
                      </a:r>
                      <a:endParaRPr lang="en-IN" sz="1400"/>
                    </a:p>
                  </a:txBody>
                  <a:tcPr anchor="ctr"/>
                </a:tc>
                <a:tc>
                  <a:txBody>
                    <a:bodyPr/>
                    <a:lstStyle/>
                    <a:p>
                      <a:pPr>
                        <a:buNone/>
                      </a:pPr>
                      <a:r>
                        <a:rPr lang="en-IN" sz="1400" b="1"/>
                        <a:t>Key Use Case</a:t>
                      </a:r>
                      <a:endParaRPr lang="en-IN" sz="1400"/>
                    </a:p>
                  </a:txBody>
                  <a:tcPr anchor="ctr"/>
                </a:tc>
                <a:extLst>
                  <a:ext uri="{0D108BD9-81ED-4DB2-BD59-A6C34878D82A}">
                    <a16:rowId xmlns:a16="http://schemas.microsoft.com/office/drawing/2014/main" val="3310276012"/>
                  </a:ext>
                </a:extLst>
              </a:tr>
              <a:tr h="932171">
                <a:tc>
                  <a:txBody>
                    <a:bodyPr/>
                    <a:lstStyle/>
                    <a:p>
                      <a:pPr>
                        <a:buNone/>
                      </a:pPr>
                      <a:r>
                        <a:rPr lang="en-IN" sz="1400" b="1"/>
                        <a:t>MD01</a:t>
                      </a:r>
                      <a:endParaRPr lang="en-IN" sz="1400"/>
                    </a:p>
                  </a:txBody>
                  <a:tcPr anchor="ctr"/>
                </a:tc>
                <a:tc>
                  <a:txBody>
                    <a:bodyPr/>
                    <a:lstStyle/>
                    <a:p>
                      <a:pPr>
                        <a:buNone/>
                      </a:pPr>
                      <a:r>
                        <a:rPr lang="en-IN" sz="1400"/>
                        <a:t>Classic MRP Run</a:t>
                      </a:r>
                    </a:p>
                  </a:txBody>
                  <a:tcPr anchor="ctr"/>
                </a:tc>
                <a:tc>
                  <a:txBody>
                    <a:bodyPr/>
                    <a:lstStyle/>
                    <a:p>
                      <a:pPr>
                        <a:buNone/>
                      </a:pPr>
                      <a:r>
                        <a:rPr lang="en-IN" sz="1400"/>
                        <a:t>Total planning</a:t>
                      </a:r>
                    </a:p>
                  </a:txBody>
                  <a:tcPr anchor="ctr"/>
                </a:tc>
                <a:tc>
                  <a:txBody>
                    <a:bodyPr/>
                    <a:lstStyle/>
                    <a:p>
                      <a:pPr>
                        <a:buNone/>
                      </a:pPr>
                      <a:r>
                        <a:rPr lang="en-IN" sz="1400"/>
                        <a:t>Plant-wide (all materials)</a:t>
                      </a:r>
                    </a:p>
                  </a:txBody>
                  <a:tcPr anchor="ctr"/>
                </a:tc>
                <a:tc>
                  <a:txBody>
                    <a:bodyPr/>
                    <a:lstStyle/>
                    <a:p>
                      <a:pPr>
                        <a:buNone/>
                      </a:pPr>
                      <a:r>
                        <a:rPr lang="en-IN" sz="1400"/>
                        <a:t>Classic MRP logic, single-threaded</a:t>
                      </a:r>
                    </a:p>
                  </a:txBody>
                  <a:tcPr anchor="ctr"/>
                </a:tc>
                <a:tc>
                  <a:txBody>
                    <a:bodyPr/>
                    <a:lstStyle/>
                    <a:p>
                      <a:pPr>
                        <a:buNone/>
                      </a:pPr>
                      <a:r>
                        <a:rPr lang="en-IN" sz="1400"/>
                        <a:t>Slower compared to MD01N</a:t>
                      </a:r>
                    </a:p>
                  </a:txBody>
                  <a:tcPr anchor="ctr"/>
                </a:tc>
                <a:tc>
                  <a:txBody>
                    <a:bodyPr/>
                    <a:lstStyle/>
                    <a:p>
                      <a:pPr>
                        <a:buNone/>
                      </a:pPr>
                      <a:r>
                        <a:rPr lang="en-US" sz="1400"/>
                        <a:t>Run full MRP for all materials in a plant</a:t>
                      </a:r>
                    </a:p>
                  </a:txBody>
                  <a:tcPr anchor="ctr"/>
                </a:tc>
                <a:extLst>
                  <a:ext uri="{0D108BD9-81ED-4DB2-BD59-A6C34878D82A}">
                    <a16:rowId xmlns:a16="http://schemas.microsoft.com/office/drawing/2014/main" val="3522781664"/>
                  </a:ext>
                </a:extLst>
              </a:tr>
              <a:tr h="932171">
                <a:tc>
                  <a:txBody>
                    <a:bodyPr/>
                    <a:lstStyle/>
                    <a:p>
                      <a:pPr>
                        <a:buNone/>
                      </a:pPr>
                      <a:r>
                        <a:rPr lang="en-IN" sz="1400" b="1"/>
                        <a:t>MD02</a:t>
                      </a:r>
                      <a:endParaRPr lang="en-IN" sz="1400"/>
                    </a:p>
                  </a:txBody>
                  <a:tcPr anchor="ctr"/>
                </a:tc>
                <a:tc>
                  <a:txBody>
                    <a:bodyPr/>
                    <a:lstStyle/>
                    <a:p>
                      <a:pPr>
                        <a:buNone/>
                      </a:pPr>
                      <a:r>
                        <a:rPr lang="en-US" sz="1400"/>
                        <a:t>Classic MRP – Single Item, Multi-Level</a:t>
                      </a:r>
                    </a:p>
                  </a:txBody>
                  <a:tcPr anchor="ctr"/>
                </a:tc>
                <a:tc>
                  <a:txBody>
                    <a:bodyPr/>
                    <a:lstStyle/>
                    <a:p>
                      <a:pPr>
                        <a:buNone/>
                      </a:pPr>
                      <a:r>
                        <a:rPr lang="en-IN" sz="1400"/>
                        <a:t>Single-material planning</a:t>
                      </a:r>
                    </a:p>
                  </a:txBody>
                  <a:tcPr anchor="ctr"/>
                </a:tc>
                <a:tc>
                  <a:txBody>
                    <a:bodyPr/>
                    <a:lstStyle/>
                    <a:p>
                      <a:pPr>
                        <a:buNone/>
                      </a:pPr>
                      <a:r>
                        <a:rPr lang="en-IN" sz="1400"/>
                        <a:t>One material, multi-level BOM</a:t>
                      </a:r>
                    </a:p>
                  </a:txBody>
                  <a:tcPr anchor="ctr"/>
                </a:tc>
                <a:tc>
                  <a:txBody>
                    <a:bodyPr/>
                    <a:lstStyle/>
                    <a:p>
                      <a:pPr>
                        <a:buNone/>
                      </a:pPr>
                      <a:r>
                        <a:rPr lang="en-IN" sz="1400"/>
                        <a:t>Classic MRP logic</a:t>
                      </a:r>
                    </a:p>
                  </a:txBody>
                  <a:tcPr anchor="ctr"/>
                </a:tc>
                <a:tc>
                  <a:txBody>
                    <a:bodyPr/>
                    <a:lstStyle/>
                    <a:p>
                      <a:pPr>
                        <a:buNone/>
                      </a:pPr>
                      <a:r>
                        <a:rPr lang="en-US" sz="1400"/>
                        <a:t>Faster than MD01 (small scope)</a:t>
                      </a:r>
                    </a:p>
                  </a:txBody>
                  <a:tcPr anchor="ctr"/>
                </a:tc>
                <a:tc>
                  <a:txBody>
                    <a:bodyPr/>
                    <a:lstStyle/>
                    <a:p>
                      <a:pPr>
                        <a:buNone/>
                      </a:pPr>
                      <a:r>
                        <a:rPr lang="en-US" sz="1400"/>
                        <a:t>Plan one material with all its BOM levels</a:t>
                      </a:r>
                    </a:p>
                  </a:txBody>
                  <a:tcPr anchor="ctr"/>
                </a:tc>
                <a:extLst>
                  <a:ext uri="{0D108BD9-81ED-4DB2-BD59-A6C34878D82A}">
                    <a16:rowId xmlns:a16="http://schemas.microsoft.com/office/drawing/2014/main" val="1473130321"/>
                  </a:ext>
                </a:extLst>
              </a:tr>
              <a:tr h="1547404">
                <a:tc>
                  <a:txBody>
                    <a:bodyPr/>
                    <a:lstStyle/>
                    <a:p>
                      <a:pPr>
                        <a:buNone/>
                      </a:pPr>
                      <a:r>
                        <a:rPr lang="en-IN" sz="1400" b="1"/>
                        <a:t>MD03</a:t>
                      </a:r>
                      <a:endParaRPr lang="en-IN" sz="1400"/>
                    </a:p>
                  </a:txBody>
                  <a:tcPr anchor="ctr"/>
                </a:tc>
                <a:tc>
                  <a:txBody>
                    <a:bodyPr/>
                    <a:lstStyle/>
                    <a:p>
                      <a:pPr>
                        <a:buNone/>
                      </a:pPr>
                      <a:r>
                        <a:rPr lang="en-US" sz="1400"/>
                        <a:t>Classic MRP – Single Item, Single-Level</a:t>
                      </a:r>
                    </a:p>
                  </a:txBody>
                  <a:tcPr anchor="ctr"/>
                </a:tc>
                <a:tc>
                  <a:txBody>
                    <a:bodyPr/>
                    <a:lstStyle/>
                    <a:p>
                      <a:pPr>
                        <a:buNone/>
                      </a:pPr>
                      <a:r>
                        <a:rPr lang="en-IN" sz="1400"/>
                        <a:t>Single-level planning</a:t>
                      </a:r>
                    </a:p>
                  </a:txBody>
                  <a:tcPr anchor="ctr"/>
                </a:tc>
                <a:tc>
                  <a:txBody>
                    <a:bodyPr/>
                    <a:lstStyle/>
                    <a:p>
                      <a:pPr>
                        <a:buNone/>
                      </a:pPr>
                      <a:r>
                        <a:rPr lang="en-US" sz="1400"/>
                        <a:t>One material, one level only</a:t>
                      </a:r>
                    </a:p>
                  </a:txBody>
                  <a:tcPr anchor="ctr"/>
                </a:tc>
                <a:tc>
                  <a:txBody>
                    <a:bodyPr/>
                    <a:lstStyle/>
                    <a:p>
                      <a:pPr>
                        <a:buNone/>
                      </a:pPr>
                      <a:r>
                        <a:rPr lang="en-IN" sz="1400"/>
                        <a:t>Classic MRP logic</a:t>
                      </a:r>
                    </a:p>
                  </a:txBody>
                  <a:tcPr anchor="ctr"/>
                </a:tc>
                <a:tc>
                  <a:txBody>
                    <a:bodyPr/>
                    <a:lstStyle/>
                    <a:p>
                      <a:pPr>
                        <a:buNone/>
                      </a:pPr>
                      <a:r>
                        <a:rPr lang="en-IN" sz="1400"/>
                        <a:t>Fastest among classic MRPs</a:t>
                      </a:r>
                    </a:p>
                  </a:txBody>
                  <a:tcPr anchor="ctr"/>
                </a:tc>
                <a:tc>
                  <a:txBody>
                    <a:bodyPr/>
                    <a:lstStyle/>
                    <a:p>
                      <a:pPr>
                        <a:buNone/>
                      </a:pPr>
                      <a:r>
                        <a:rPr lang="en-US" sz="1400"/>
                        <a:t>Very quick check of planning for one material (no BOM explosion)</a:t>
                      </a:r>
                    </a:p>
                  </a:txBody>
                  <a:tcPr anchor="ctr"/>
                </a:tc>
                <a:extLst>
                  <a:ext uri="{0D108BD9-81ED-4DB2-BD59-A6C34878D82A}">
                    <a16:rowId xmlns:a16="http://schemas.microsoft.com/office/drawing/2014/main" val="1622165549"/>
                  </a:ext>
                </a:extLst>
              </a:tr>
              <a:tr h="1342326">
                <a:tc>
                  <a:txBody>
                    <a:bodyPr/>
                    <a:lstStyle/>
                    <a:p>
                      <a:pPr>
                        <a:buNone/>
                      </a:pPr>
                      <a:r>
                        <a:rPr lang="en-IN" sz="1400" b="1"/>
                        <a:t>MD01N</a:t>
                      </a:r>
                      <a:endParaRPr lang="en-IN" sz="1400"/>
                    </a:p>
                  </a:txBody>
                  <a:tcPr anchor="ctr"/>
                </a:tc>
                <a:tc>
                  <a:txBody>
                    <a:bodyPr/>
                    <a:lstStyle/>
                    <a:p>
                      <a:pPr>
                        <a:buNone/>
                      </a:pPr>
                      <a:r>
                        <a:rPr lang="en-IN" sz="1400" b="1"/>
                        <a:t>MRP Live</a:t>
                      </a:r>
                      <a:endParaRPr lang="en-IN" sz="1400"/>
                    </a:p>
                  </a:txBody>
                  <a:tcPr anchor="ctr"/>
                </a:tc>
                <a:tc>
                  <a:txBody>
                    <a:bodyPr/>
                    <a:lstStyle/>
                    <a:p>
                      <a:pPr>
                        <a:buNone/>
                      </a:pPr>
                      <a:r>
                        <a:rPr lang="en-IN" sz="1400"/>
                        <a:t>Total planning (live)</a:t>
                      </a:r>
                    </a:p>
                  </a:txBody>
                  <a:tcPr anchor="ctr"/>
                </a:tc>
                <a:tc>
                  <a:txBody>
                    <a:bodyPr/>
                    <a:lstStyle/>
                    <a:p>
                      <a:pPr>
                        <a:buNone/>
                      </a:pPr>
                      <a:r>
                        <a:rPr lang="en-US" sz="1400"/>
                        <a:t>Plant-wide or selection of materials</a:t>
                      </a:r>
                    </a:p>
                  </a:txBody>
                  <a:tcPr anchor="ctr"/>
                </a:tc>
                <a:tc>
                  <a:txBody>
                    <a:bodyPr/>
                    <a:lstStyle/>
                    <a:p>
                      <a:pPr>
                        <a:buNone/>
                      </a:pPr>
                      <a:r>
                        <a:rPr lang="en-US" sz="1400" b="1"/>
                        <a:t>Runs on HANA in-memory; SQL-based; parallel pr</a:t>
                      </a:r>
                      <a:endParaRPr lang="en-US" sz="1400"/>
                    </a:p>
                  </a:txBody>
                  <a:tcPr anchor="ctr"/>
                </a:tc>
                <a:tc>
                  <a:txBody>
                    <a:bodyPr/>
                    <a:lstStyle/>
                    <a:p>
                      <a:pPr>
                        <a:buNone/>
                      </a:pPr>
                      <a:r>
                        <a:rPr lang="en-IN" sz="1400" dirty="0"/>
                        <a:t> </a:t>
                      </a:r>
                    </a:p>
                  </a:txBody>
                  <a:tcPr anchor="ctr"/>
                </a:tc>
                <a:tc>
                  <a:txBody>
                    <a:bodyPr/>
                    <a:lstStyle/>
                    <a:p>
                      <a:pPr>
                        <a:buNone/>
                      </a:pPr>
                      <a:r>
                        <a:rPr lang="en-IN" sz="1400" dirty="0"/>
                        <a:t> </a:t>
                      </a:r>
                    </a:p>
                  </a:txBody>
                  <a:tcPr anchor="ctr"/>
                </a:tc>
                <a:extLst>
                  <a:ext uri="{0D108BD9-81ED-4DB2-BD59-A6C34878D82A}">
                    <a16:rowId xmlns:a16="http://schemas.microsoft.com/office/drawing/2014/main" val="3091408270"/>
                  </a:ext>
                </a:extLst>
              </a:tr>
            </a:tbl>
          </a:graphicData>
        </a:graphic>
      </p:graphicFrame>
    </p:spTree>
    <p:extLst>
      <p:ext uri="{BB962C8B-B14F-4D97-AF65-F5344CB8AC3E}">
        <p14:creationId xmlns:p14="http://schemas.microsoft.com/office/powerpoint/2010/main" val="19427615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594B-EC1C-4F39-4A39-68EC7805741E}"/>
              </a:ext>
            </a:extLst>
          </p:cNvPr>
          <p:cNvSpPr>
            <a:spLocks noGrp="1"/>
          </p:cNvSpPr>
          <p:nvPr>
            <p:ph type="title"/>
          </p:nvPr>
        </p:nvSpPr>
        <p:spPr>
          <a:xfrm>
            <a:off x="457200" y="322761"/>
            <a:ext cx="11277600" cy="332399"/>
          </a:xfrm>
        </p:spPr>
        <p:txBody>
          <a:bodyPr/>
          <a:lstStyle/>
          <a:p>
            <a:r>
              <a:rPr lang="en-US">
                <a:solidFill>
                  <a:srgbClr val="B81F2D"/>
                </a:solidFill>
              </a:rPr>
              <a:t>MRP Evaluation: Stock/Requirement List (MD04)</a:t>
            </a:r>
            <a:endParaRPr lang="en-IN">
              <a:solidFill>
                <a:srgbClr val="B81F2D"/>
              </a:solidFill>
            </a:endParaRPr>
          </a:p>
        </p:txBody>
      </p:sp>
      <p:sp>
        <p:nvSpPr>
          <p:cNvPr id="4" name="Date Placeholder 3">
            <a:extLst>
              <a:ext uri="{FF2B5EF4-FFF2-40B4-BE49-F238E27FC236}">
                <a16:creationId xmlns:a16="http://schemas.microsoft.com/office/drawing/2014/main" id="{D4B36C03-CD8D-9540-38B4-DBEA6B78AB95}"/>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B87C368F-E150-D181-3F76-72F803801D31}"/>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921B1D1F-5722-F098-F558-051DDEBACC05}"/>
              </a:ext>
            </a:extLst>
          </p:cNvPr>
          <p:cNvSpPr>
            <a:spLocks noGrp="1"/>
          </p:cNvSpPr>
          <p:nvPr>
            <p:ph type="sldNum" sz="quarter" idx="12"/>
          </p:nvPr>
        </p:nvSpPr>
        <p:spPr/>
        <p:txBody>
          <a:bodyPr/>
          <a:lstStyle/>
          <a:p>
            <a:fld id="{38826FC0-333C-E549-9FA3-0EE43DF298A3}" type="slidenum">
              <a:rPr lang="en-US" smtClean="0"/>
              <a:pPr/>
              <a:t>43</a:t>
            </a:fld>
            <a:endParaRPr lang="en-US"/>
          </a:p>
        </p:txBody>
      </p:sp>
      <p:sp>
        <p:nvSpPr>
          <p:cNvPr id="7" name="TextBox 6">
            <a:extLst>
              <a:ext uri="{FF2B5EF4-FFF2-40B4-BE49-F238E27FC236}">
                <a16:creationId xmlns:a16="http://schemas.microsoft.com/office/drawing/2014/main" id="{06FBA88F-EFA5-71A1-4BCC-C63061A4F6CC}"/>
              </a:ext>
            </a:extLst>
          </p:cNvPr>
          <p:cNvSpPr txBox="1"/>
          <p:nvPr/>
        </p:nvSpPr>
        <p:spPr>
          <a:xfrm>
            <a:off x="6446520" y="1204043"/>
            <a:ext cx="5105400" cy="1746504"/>
          </a:xfrm>
          <a:prstGeom prst="rect">
            <a:avLst/>
          </a:prstGeom>
          <a:noFill/>
          <a:ln>
            <a:solidFill>
              <a:schemeClr val="accent6">
                <a:lumMod val="10000"/>
              </a:schemeClr>
            </a:solidFill>
          </a:ln>
        </p:spPr>
        <p:txBody>
          <a:bodyPr wrap="square" lIns="0" tIns="0" rIns="0" bIns="0" rtlCol="0">
            <a:noAutofit/>
          </a:bodyPr>
          <a:lstStyle/>
          <a:p>
            <a:pPr>
              <a:lnSpc>
                <a:spcPct val="110000"/>
              </a:lnSpc>
              <a:spcBef>
                <a:spcPts val="600"/>
              </a:spcBef>
            </a:pPr>
            <a:r>
              <a:rPr lang="en-US" dirty="0"/>
              <a:t>This is used to see current stock and planned receipts. </a:t>
            </a:r>
            <a:r>
              <a:rPr lang="en-US" b="1" dirty="0"/>
              <a:t>Use T-code: MD04</a:t>
            </a:r>
          </a:p>
          <a:p>
            <a:pPr>
              <a:lnSpc>
                <a:spcPct val="110000"/>
              </a:lnSpc>
              <a:spcBef>
                <a:spcPts val="600"/>
              </a:spcBef>
            </a:pPr>
            <a:endParaRPr lang="en-US" b="1" dirty="0"/>
          </a:p>
          <a:p>
            <a:pPr>
              <a:lnSpc>
                <a:spcPct val="110000"/>
              </a:lnSpc>
              <a:spcBef>
                <a:spcPts val="600"/>
              </a:spcBef>
            </a:pPr>
            <a:r>
              <a:rPr lang="en-US" dirty="0"/>
              <a:t>BOM for material was exploded. Enter Production Order.</a:t>
            </a:r>
            <a:endParaRPr lang="en-IN" dirty="0"/>
          </a:p>
        </p:txBody>
      </p:sp>
      <p:pic>
        <p:nvPicPr>
          <p:cNvPr id="9" name="Picture 8">
            <a:extLst>
              <a:ext uri="{FF2B5EF4-FFF2-40B4-BE49-F238E27FC236}">
                <a16:creationId xmlns:a16="http://schemas.microsoft.com/office/drawing/2014/main" id="{3BEA2654-A5E1-7BA6-8EBA-A9F472687BC2}"/>
              </a:ext>
            </a:extLst>
          </p:cNvPr>
          <p:cNvPicPr>
            <a:picLocks noChangeAspect="1"/>
          </p:cNvPicPr>
          <p:nvPr/>
        </p:nvPicPr>
        <p:blipFill>
          <a:blip r:embed="rId2"/>
          <a:stretch>
            <a:fillRect/>
          </a:stretch>
        </p:blipFill>
        <p:spPr>
          <a:xfrm>
            <a:off x="987552" y="963113"/>
            <a:ext cx="3776472" cy="2632086"/>
          </a:xfrm>
          <a:prstGeom prst="rect">
            <a:avLst/>
          </a:prstGeom>
          <a:ln w="19050">
            <a:solidFill>
              <a:schemeClr val="tx1"/>
            </a:solidFill>
          </a:ln>
        </p:spPr>
      </p:pic>
      <p:pic>
        <p:nvPicPr>
          <p:cNvPr id="8" name="Picture 7">
            <a:extLst>
              <a:ext uri="{FF2B5EF4-FFF2-40B4-BE49-F238E27FC236}">
                <a16:creationId xmlns:a16="http://schemas.microsoft.com/office/drawing/2014/main" id="{9D4320CE-CF22-0497-D8A4-6AE7C9919A92}"/>
              </a:ext>
            </a:extLst>
          </p:cNvPr>
          <p:cNvPicPr>
            <a:picLocks noChangeAspect="1"/>
          </p:cNvPicPr>
          <p:nvPr/>
        </p:nvPicPr>
        <p:blipFill>
          <a:blip r:embed="rId3"/>
          <a:stretch>
            <a:fillRect/>
          </a:stretch>
        </p:blipFill>
        <p:spPr>
          <a:xfrm>
            <a:off x="3293509" y="3701847"/>
            <a:ext cx="6641300" cy="2927552"/>
          </a:xfrm>
          <a:prstGeom prst="rect">
            <a:avLst/>
          </a:prstGeom>
          <a:ln>
            <a:solidFill>
              <a:schemeClr val="accent6">
                <a:lumMod val="10000"/>
              </a:schemeClr>
            </a:solidFill>
          </a:ln>
        </p:spPr>
      </p:pic>
    </p:spTree>
    <p:extLst>
      <p:ext uri="{BB962C8B-B14F-4D97-AF65-F5344CB8AC3E}">
        <p14:creationId xmlns:p14="http://schemas.microsoft.com/office/powerpoint/2010/main" val="3600875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93CA-F9D7-E03E-E681-EB577DBFCCE0}"/>
              </a:ext>
            </a:extLst>
          </p:cNvPr>
          <p:cNvSpPr>
            <a:spLocks noGrp="1"/>
          </p:cNvSpPr>
          <p:nvPr>
            <p:ph type="title"/>
          </p:nvPr>
        </p:nvSpPr>
        <p:spPr>
          <a:xfrm>
            <a:off x="457200" y="457201"/>
            <a:ext cx="11277600" cy="664797"/>
          </a:xfrm>
        </p:spPr>
        <p:txBody>
          <a:bodyPr/>
          <a:lstStyle/>
          <a:p>
            <a:r>
              <a:rPr lang="en-US"/>
              <a:t>Creating a Production Order Directly from Stock Requirement List</a:t>
            </a:r>
            <a:br>
              <a:rPr lang="en-US" b="0"/>
            </a:br>
            <a:endParaRPr lang="en-IN"/>
          </a:p>
        </p:txBody>
      </p:sp>
      <p:sp>
        <p:nvSpPr>
          <p:cNvPr id="4" name="Date Placeholder 3">
            <a:extLst>
              <a:ext uri="{FF2B5EF4-FFF2-40B4-BE49-F238E27FC236}">
                <a16:creationId xmlns:a16="http://schemas.microsoft.com/office/drawing/2014/main" id="{416D2A8B-F1C5-F8D0-3AB8-4ADCA2A8EB0E}"/>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99A6DE10-E98A-7AF1-A21A-113CCFA6827E}"/>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4F7A3B96-3BFA-BBF2-09A7-0272B68DD2D6}"/>
              </a:ext>
            </a:extLst>
          </p:cNvPr>
          <p:cNvSpPr>
            <a:spLocks noGrp="1"/>
          </p:cNvSpPr>
          <p:nvPr>
            <p:ph type="sldNum" sz="quarter" idx="12"/>
          </p:nvPr>
        </p:nvSpPr>
        <p:spPr/>
        <p:txBody>
          <a:bodyPr/>
          <a:lstStyle/>
          <a:p>
            <a:fld id="{38826FC0-333C-E549-9FA3-0EE43DF298A3}" type="slidenum">
              <a:rPr lang="en-US" smtClean="0"/>
              <a:pPr/>
              <a:t>44</a:t>
            </a:fld>
            <a:endParaRPr lang="en-US"/>
          </a:p>
        </p:txBody>
      </p:sp>
      <p:sp>
        <p:nvSpPr>
          <p:cNvPr id="7" name="TextBox 6">
            <a:extLst>
              <a:ext uri="{FF2B5EF4-FFF2-40B4-BE49-F238E27FC236}">
                <a16:creationId xmlns:a16="http://schemas.microsoft.com/office/drawing/2014/main" id="{94F29F22-E723-A9B7-A5E7-857AE037CAF2}"/>
              </a:ext>
            </a:extLst>
          </p:cNvPr>
          <p:cNvSpPr txBox="1"/>
          <p:nvPr/>
        </p:nvSpPr>
        <p:spPr>
          <a:xfrm>
            <a:off x="384048" y="905260"/>
            <a:ext cx="11466576" cy="2691928"/>
          </a:xfrm>
          <a:prstGeom prst="rect">
            <a:avLst/>
          </a:prstGeom>
          <a:noFill/>
          <a:ln>
            <a:solidFill>
              <a:schemeClr val="accent6">
                <a:lumMod val="10000"/>
              </a:schemeClr>
            </a:solidFill>
          </a:ln>
        </p:spPr>
        <p:txBody>
          <a:bodyPr wrap="square" lIns="0" tIns="0" rIns="0" bIns="0" rtlCol="0">
            <a:noAutofit/>
          </a:bodyPr>
          <a:lstStyle/>
          <a:p>
            <a:r>
              <a:rPr lang="en-US" sz="1600"/>
              <a:t>Using Planned Order Number</a:t>
            </a:r>
          </a:p>
          <a:p>
            <a:r>
              <a:rPr lang="en-US" sz="1400" b="1"/>
              <a:t>Use T-Code: MD16</a:t>
            </a:r>
            <a:r>
              <a:rPr lang="en-US" sz="1400"/>
              <a:t> </a:t>
            </a:r>
          </a:p>
          <a:p>
            <a:r>
              <a:rPr lang="en-US" sz="1400" b="1"/>
              <a:t>Use T-Code: CO01</a:t>
            </a:r>
            <a:r>
              <a:rPr lang="en-US" sz="1400"/>
              <a:t> </a:t>
            </a:r>
          </a:p>
          <a:p>
            <a:pPr marL="285750" indent="-285750">
              <a:buFont typeface="Arial" panose="020B0604020202020204" pitchFamily="34" charset="0"/>
              <a:buChar char="•"/>
            </a:pPr>
            <a:r>
              <a:rPr lang="en-US" sz="1600"/>
              <a:t>The first step is to convert a planned order to a production order. When you create a Production Order, type is defined in SAP PP system.</a:t>
            </a:r>
          </a:p>
          <a:p>
            <a:pPr marL="285750" indent="-285750">
              <a:buFont typeface="Arial" panose="020B0604020202020204" pitchFamily="34" charset="0"/>
              <a:buChar char="•"/>
            </a:pPr>
            <a:r>
              <a:rPr lang="en-US" sz="1600"/>
              <a:t>To start the production process, it is necessary to issue a Production order. Till a production order is not released, the execution of production process does not start.</a:t>
            </a:r>
          </a:p>
          <a:p>
            <a:pPr marL="285750" indent="-285750">
              <a:buFont typeface="Arial" panose="020B0604020202020204" pitchFamily="34" charset="0"/>
              <a:buChar char="•"/>
            </a:pPr>
            <a:r>
              <a:rPr lang="en-US" sz="1600"/>
              <a:t>Issuing goods is required for providing the goods to execute the Production order. Once goods are issued, the document number can be updated in the system.</a:t>
            </a:r>
          </a:p>
          <a:p>
            <a:pPr marL="285750" indent="-285750">
              <a:buFont typeface="Arial" panose="020B0604020202020204" pitchFamily="34" charset="0"/>
              <a:buChar char="•"/>
            </a:pPr>
            <a:r>
              <a:rPr lang="en-US" sz="1600"/>
              <a:t>All the sub processes are executed in accordance with the required operations to confirm the production as per the Production order.</a:t>
            </a:r>
          </a:p>
          <a:p>
            <a:endParaRPr lang="en-IN"/>
          </a:p>
        </p:txBody>
      </p:sp>
      <p:pic>
        <p:nvPicPr>
          <p:cNvPr id="8" name="Picture 7">
            <a:extLst>
              <a:ext uri="{FF2B5EF4-FFF2-40B4-BE49-F238E27FC236}">
                <a16:creationId xmlns:a16="http://schemas.microsoft.com/office/drawing/2014/main" id="{2663E6B0-0DBF-D872-9722-2CF94C28DAB8}"/>
              </a:ext>
            </a:extLst>
          </p:cNvPr>
          <p:cNvPicPr>
            <a:picLocks noChangeAspect="1"/>
          </p:cNvPicPr>
          <p:nvPr/>
        </p:nvPicPr>
        <p:blipFill>
          <a:blip r:embed="rId2"/>
          <a:stretch>
            <a:fillRect/>
          </a:stretch>
        </p:blipFill>
        <p:spPr>
          <a:xfrm>
            <a:off x="384048" y="3708871"/>
            <a:ext cx="4505741" cy="2691928"/>
          </a:xfrm>
          <a:prstGeom prst="rect">
            <a:avLst/>
          </a:prstGeom>
          <a:ln w="19050">
            <a:solidFill>
              <a:schemeClr val="tx1"/>
            </a:solidFill>
          </a:ln>
        </p:spPr>
      </p:pic>
      <p:sp>
        <p:nvSpPr>
          <p:cNvPr id="9" name="TextBox 8">
            <a:extLst>
              <a:ext uri="{FF2B5EF4-FFF2-40B4-BE49-F238E27FC236}">
                <a16:creationId xmlns:a16="http://schemas.microsoft.com/office/drawing/2014/main" id="{94DDDE5F-069B-BA1B-CA43-BD49BE9BBBD7}"/>
              </a:ext>
            </a:extLst>
          </p:cNvPr>
          <p:cNvSpPr txBox="1"/>
          <p:nvPr/>
        </p:nvSpPr>
        <p:spPr>
          <a:xfrm>
            <a:off x="5532120" y="4306824"/>
            <a:ext cx="6318504" cy="905256"/>
          </a:xfrm>
          <a:prstGeom prst="rect">
            <a:avLst/>
          </a:prstGeom>
          <a:noFill/>
          <a:ln w="19050">
            <a:solidFill>
              <a:schemeClr val="tx1"/>
            </a:solidFill>
          </a:ln>
        </p:spPr>
        <p:txBody>
          <a:bodyPr wrap="square" lIns="0" tIns="0" rIns="0" bIns="0" rtlCol="0">
            <a:noAutofit/>
          </a:bodyPr>
          <a:lstStyle/>
          <a:p>
            <a:pPr marL="285750" indent="-285750">
              <a:buFont typeface="Arial" panose="020B0604020202020204" pitchFamily="34" charset="0"/>
              <a:buChar char="•"/>
            </a:pPr>
            <a:r>
              <a:rPr lang="en-US"/>
              <a:t>Material code for which the production order needs to be created.</a:t>
            </a:r>
          </a:p>
          <a:p>
            <a:pPr marL="285750" indent="-285750">
              <a:buFont typeface="Arial" panose="020B0604020202020204" pitchFamily="34" charset="0"/>
              <a:buChar char="•"/>
            </a:pPr>
            <a:r>
              <a:rPr lang="en-US"/>
              <a:t>Plant Code.</a:t>
            </a:r>
          </a:p>
          <a:p>
            <a:pPr algn="l">
              <a:lnSpc>
                <a:spcPct val="110000"/>
              </a:lnSpc>
              <a:spcBef>
                <a:spcPts val="600"/>
              </a:spcBef>
              <a:spcAft>
                <a:spcPts val="0"/>
              </a:spcAft>
            </a:pPr>
            <a:endParaRPr lang="en-IN" err="1"/>
          </a:p>
        </p:txBody>
      </p:sp>
    </p:spTree>
    <p:extLst>
      <p:ext uri="{BB962C8B-B14F-4D97-AF65-F5344CB8AC3E}">
        <p14:creationId xmlns:p14="http://schemas.microsoft.com/office/powerpoint/2010/main" val="14764841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B0A25-A18D-E128-F4B3-235D6F8A9F05}"/>
              </a:ext>
            </a:extLst>
          </p:cNvPr>
          <p:cNvSpPr>
            <a:spLocks noGrp="1"/>
          </p:cNvSpPr>
          <p:nvPr>
            <p:ph type="title"/>
          </p:nvPr>
        </p:nvSpPr>
        <p:spPr>
          <a:xfrm>
            <a:off x="640080" y="246922"/>
            <a:ext cx="11277600" cy="332399"/>
          </a:xfrm>
        </p:spPr>
        <p:txBody>
          <a:bodyPr/>
          <a:lstStyle/>
          <a:p>
            <a:r>
              <a:rPr lang="en-IN"/>
              <a:t>Production Orders</a:t>
            </a:r>
          </a:p>
        </p:txBody>
      </p:sp>
      <p:sp>
        <p:nvSpPr>
          <p:cNvPr id="4" name="Date Placeholder 3">
            <a:extLst>
              <a:ext uri="{FF2B5EF4-FFF2-40B4-BE49-F238E27FC236}">
                <a16:creationId xmlns:a16="http://schemas.microsoft.com/office/drawing/2014/main" id="{56296BD7-2B2E-62E3-47B5-F79FCC651A81}"/>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31134596-CABA-69B3-3EF2-35D3041BDE9E}"/>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49385BBE-6EF5-FFF1-3EDA-E30BE8921270}"/>
              </a:ext>
            </a:extLst>
          </p:cNvPr>
          <p:cNvSpPr>
            <a:spLocks noGrp="1"/>
          </p:cNvSpPr>
          <p:nvPr>
            <p:ph type="sldNum" sz="quarter" idx="12"/>
          </p:nvPr>
        </p:nvSpPr>
        <p:spPr/>
        <p:txBody>
          <a:bodyPr/>
          <a:lstStyle/>
          <a:p>
            <a:fld id="{38826FC0-333C-E549-9FA3-0EE43DF298A3}" type="slidenum">
              <a:rPr lang="en-US" smtClean="0"/>
              <a:pPr/>
              <a:t>45</a:t>
            </a:fld>
            <a:endParaRPr lang="en-US"/>
          </a:p>
        </p:txBody>
      </p:sp>
      <p:sp>
        <p:nvSpPr>
          <p:cNvPr id="7" name="TextBox 6">
            <a:extLst>
              <a:ext uri="{FF2B5EF4-FFF2-40B4-BE49-F238E27FC236}">
                <a16:creationId xmlns:a16="http://schemas.microsoft.com/office/drawing/2014/main" id="{BC8A1A34-2C3A-F3C3-68E0-B97B58D537E3}"/>
              </a:ext>
            </a:extLst>
          </p:cNvPr>
          <p:cNvSpPr txBox="1"/>
          <p:nvPr/>
        </p:nvSpPr>
        <p:spPr>
          <a:xfrm>
            <a:off x="6490952" y="4137727"/>
            <a:ext cx="5359672" cy="1783080"/>
          </a:xfrm>
          <a:prstGeom prst="rect">
            <a:avLst/>
          </a:prstGeom>
          <a:noFill/>
          <a:ln>
            <a:solidFill>
              <a:schemeClr val="accent6">
                <a:lumMod val="10000"/>
              </a:schemeClr>
            </a:solidFill>
          </a:ln>
        </p:spPr>
        <p:txBody>
          <a:bodyPr wrap="square" lIns="0" tIns="0" rIns="0" bIns="0" rtlCol="0">
            <a:noAutofit/>
          </a:bodyPr>
          <a:lstStyle/>
          <a:p>
            <a:r>
              <a:rPr lang="en-US"/>
              <a:t>Production Order creation (CO01) → default is Backward Scheduling</a:t>
            </a:r>
          </a:p>
          <a:p>
            <a:r>
              <a:rPr lang="en-US"/>
              <a:t>You can switch to Forward Scheduling before releasing the order</a:t>
            </a:r>
          </a:p>
          <a:p>
            <a:r>
              <a:rPr lang="en-US"/>
              <a:t>Scheduling depends on routing, operation times, and work center capacity</a:t>
            </a:r>
          </a:p>
        </p:txBody>
      </p:sp>
      <p:pic>
        <p:nvPicPr>
          <p:cNvPr id="9" name="Picture 8">
            <a:extLst>
              <a:ext uri="{FF2B5EF4-FFF2-40B4-BE49-F238E27FC236}">
                <a16:creationId xmlns:a16="http://schemas.microsoft.com/office/drawing/2014/main" id="{4580BEB2-E7C1-0CBD-A099-8C16B0740AD6}"/>
              </a:ext>
            </a:extLst>
          </p:cNvPr>
          <p:cNvPicPr>
            <a:picLocks noChangeAspect="1"/>
          </p:cNvPicPr>
          <p:nvPr/>
        </p:nvPicPr>
        <p:blipFill>
          <a:blip r:embed="rId2"/>
          <a:stretch>
            <a:fillRect/>
          </a:stretch>
        </p:blipFill>
        <p:spPr>
          <a:xfrm>
            <a:off x="640080" y="865309"/>
            <a:ext cx="4718821" cy="2903650"/>
          </a:xfrm>
          <a:prstGeom prst="rect">
            <a:avLst/>
          </a:prstGeom>
          <a:ln>
            <a:solidFill>
              <a:schemeClr val="accent6">
                <a:lumMod val="10000"/>
              </a:schemeClr>
            </a:solidFill>
          </a:ln>
        </p:spPr>
      </p:pic>
      <p:sp>
        <p:nvSpPr>
          <p:cNvPr id="13" name="Rectangle 1">
            <a:extLst>
              <a:ext uri="{FF2B5EF4-FFF2-40B4-BE49-F238E27FC236}">
                <a16:creationId xmlns:a16="http://schemas.microsoft.com/office/drawing/2014/main" id="{743CC4BF-51BE-4F62-E91D-02A6699CCF58}"/>
              </a:ext>
            </a:extLst>
          </p:cNvPr>
          <p:cNvSpPr>
            <a:spLocks noChangeArrowheads="1"/>
          </p:cNvSpPr>
          <p:nvPr/>
        </p:nvSpPr>
        <p:spPr bwMode="auto">
          <a:xfrm>
            <a:off x="6490952" y="1828733"/>
            <a:ext cx="5426728" cy="212365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Verdana" panose="020B0604030504040204" pitchFamily="34" charset="0"/>
              </a:rPr>
              <a:t>Click the tick mark at the top of the screen to confirm and the system will then copy BOM and Routing data in the order.</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Verdana" panose="020B0604030504040204" pitchFamily="34" charset="0"/>
              </a:rPr>
              <a:t>To release the order, click the Release flag at the top   </a:t>
            </a:r>
            <a:r>
              <a:rPr kumimoji="0" lang="en-US" altLang="en-US" sz="2400" b="0" i="0" u="none" strike="noStrike" cap="none" normalizeH="0" baseline="0">
                <a:ln>
                  <a:noFill/>
                </a:ln>
                <a:solidFill>
                  <a:srgbClr val="000000"/>
                </a:solidFill>
                <a:effectLst/>
                <a:latin typeface="Verdana" panose="020B0604030504040204" pitchFamily="34" charset="0"/>
              </a:rPr>
              <a:t>    </a:t>
            </a:r>
            <a:r>
              <a:rPr kumimoji="0" lang="en-US" altLang="en-US" sz="1400" b="0" i="0" u="none" strike="noStrike" cap="none" normalizeH="0" baseline="0">
                <a:ln>
                  <a:noFill/>
                </a:ln>
                <a:solidFill>
                  <a:srgbClr val="000000"/>
                </a:solidFill>
                <a:effectLst/>
                <a:latin typeface="Verdana" panose="020B0604030504040204" pitchFamily="34" charset="0"/>
              </a:rPr>
              <a:t> and you will get a message Release carried out.</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                              </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Verdana" panose="020B0604030504040204" pitchFamily="34" charset="0"/>
              </a:rPr>
              <a:t>Click the Material button to check material availability.</a:t>
            </a:r>
            <a:endParaRPr kumimoji="0" lang="en-US" altLang="en-US" sz="2400" b="0" i="0" u="none" strike="noStrike" cap="none" normalizeH="0" baseline="0">
              <a:ln>
                <a:noFill/>
              </a:ln>
              <a:solidFill>
                <a:schemeClr val="tx1"/>
              </a:solidFill>
              <a:effectLst/>
              <a:latin typeface="Arial" panose="020B0604020202020204" pitchFamily="34" charset="0"/>
            </a:endParaRPr>
          </a:p>
        </p:txBody>
      </p:sp>
      <p:pic>
        <p:nvPicPr>
          <p:cNvPr id="3074" name="Picture 2" descr="Release Flag">
            <a:extLst>
              <a:ext uri="{FF2B5EF4-FFF2-40B4-BE49-F238E27FC236}">
                <a16:creationId xmlns:a16="http://schemas.microsoft.com/office/drawing/2014/main" id="{B092E6F0-5B44-F29F-49F8-6BB6689EF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0142" y="2785956"/>
            <a:ext cx="299922" cy="393191"/>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Release Carried Out">
            <a:extLst>
              <a:ext uri="{FF2B5EF4-FFF2-40B4-BE49-F238E27FC236}">
                <a16:creationId xmlns:a16="http://schemas.microsoft.com/office/drawing/2014/main" id="{EE54A4ED-5EB7-D62F-C1B4-2F2A387C25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562" y="3287115"/>
            <a:ext cx="1336646" cy="28377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4000E937-D70E-138F-5DFA-1294F3D46E07}"/>
              </a:ext>
            </a:extLst>
          </p:cNvPr>
          <p:cNvPicPr>
            <a:picLocks noChangeAspect="1"/>
          </p:cNvPicPr>
          <p:nvPr/>
        </p:nvPicPr>
        <p:blipFill>
          <a:blip r:embed="rId5"/>
          <a:stretch>
            <a:fillRect/>
          </a:stretch>
        </p:blipFill>
        <p:spPr>
          <a:xfrm>
            <a:off x="640080" y="3844669"/>
            <a:ext cx="4718821" cy="2903650"/>
          </a:xfrm>
          <a:prstGeom prst="rect">
            <a:avLst/>
          </a:prstGeom>
          <a:ln>
            <a:solidFill>
              <a:schemeClr val="accent6">
                <a:lumMod val="10000"/>
              </a:schemeClr>
            </a:solidFill>
          </a:ln>
        </p:spPr>
      </p:pic>
      <p:sp>
        <p:nvSpPr>
          <p:cNvPr id="16" name="TextBox 15">
            <a:extLst>
              <a:ext uri="{FF2B5EF4-FFF2-40B4-BE49-F238E27FC236}">
                <a16:creationId xmlns:a16="http://schemas.microsoft.com/office/drawing/2014/main" id="{074502AB-8FD0-03CB-4017-FC54747BAB90}"/>
              </a:ext>
            </a:extLst>
          </p:cNvPr>
          <p:cNvSpPr txBox="1"/>
          <p:nvPr/>
        </p:nvSpPr>
        <p:spPr>
          <a:xfrm>
            <a:off x="6490952" y="837985"/>
            <a:ext cx="5426728" cy="862800"/>
          </a:xfrm>
          <a:prstGeom prst="rect">
            <a:avLst/>
          </a:prstGeom>
          <a:noFill/>
          <a:ln>
            <a:solidFill>
              <a:schemeClr val="accent6">
                <a:lumMod val="10000"/>
              </a:schemeClr>
            </a:solidFill>
          </a:ln>
        </p:spPr>
        <p:txBody>
          <a:bodyPr wrap="square" lIns="0" tIns="0" rIns="0" bIns="0" rtlCol="0">
            <a:noAutofit/>
          </a:bodyPr>
          <a:lstStyle/>
          <a:p>
            <a:pPr>
              <a:lnSpc>
                <a:spcPct val="110000"/>
              </a:lnSpc>
              <a:spcBef>
                <a:spcPts val="600"/>
              </a:spcBef>
            </a:pPr>
            <a:r>
              <a:rPr lang="en-US"/>
              <a:t>At this point, please note down the total quantity in your production order. We will need it later when confirming your order. </a:t>
            </a:r>
            <a:endParaRPr lang="en-IN" err="1"/>
          </a:p>
        </p:txBody>
      </p:sp>
    </p:spTree>
    <p:extLst>
      <p:ext uri="{BB962C8B-B14F-4D97-AF65-F5344CB8AC3E}">
        <p14:creationId xmlns:p14="http://schemas.microsoft.com/office/powerpoint/2010/main" val="2097139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EED0FA3-8CAE-4A38-8295-9D52ECA7C53B}"/>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EFE7217A-9E16-0B42-7B3C-635402C34B45}"/>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CF5ABF78-CA05-1C76-1E8E-9F16470ED8CB}"/>
              </a:ext>
            </a:extLst>
          </p:cNvPr>
          <p:cNvSpPr>
            <a:spLocks noGrp="1"/>
          </p:cNvSpPr>
          <p:nvPr>
            <p:ph type="sldNum" sz="quarter" idx="12"/>
          </p:nvPr>
        </p:nvSpPr>
        <p:spPr/>
        <p:txBody>
          <a:bodyPr/>
          <a:lstStyle/>
          <a:p>
            <a:fld id="{38826FC0-333C-E549-9FA3-0EE43DF298A3}" type="slidenum">
              <a:rPr lang="en-US" smtClean="0"/>
              <a:pPr/>
              <a:t>46</a:t>
            </a:fld>
            <a:endParaRPr lang="en-US"/>
          </a:p>
        </p:txBody>
      </p:sp>
      <p:sp>
        <p:nvSpPr>
          <p:cNvPr id="9" name="TextBox 8">
            <a:extLst>
              <a:ext uri="{FF2B5EF4-FFF2-40B4-BE49-F238E27FC236}">
                <a16:creationId xmlns:a16="http://schemas.microsoft.com/office/drawing/2014/main" id="{B0B55889-43ED-F58B-FC0D-10921D52D6E5}"/>
              </a:ext>
            </a:extLst>
          </p:cNvPr>
          <p:cNvSpPr txBox="1"/>
          <p:nvPr/>
        </p:nvSpPr>
        <p:spPr>
          <a:xfrm>
            <a:off x="188976" y="228600"/>
            <a:ext cx="11814048" cy="678134"/>
          </a:xfrm>
          <a:prstGeom prst="rect">
            <a:avLst/>
          </a:prstGeom>
          <a:noFill/>
          <a:ln>
            <a:solidFill>
              <a:schemeClr val="accent6">
                <a:lumMod val="10000"/>
              </a:schemeClr>
            </a:solidFill>
          </a:ln>
        </p:spPr>
        <p:txBody>
          <a:bodyPr wrap="square" lIns="91440" tIns="45720" rIns="91440" bIns="45720" anchor="t">
            <a:spAutoFit/>
          </a:bodyPr>
          <a:lstStyle/>
          <a:p>
            <a:pPr>
              <a:lnSpc>
                <a:spcPct val="110000"/>
              </a:lnSpc>
              <a:spcBef>
                <a:spcPts val="600"/>
              </a:spcBef>
            </a:pPr>
            <a:r>
              <a:rPr lang="en-US"/>
              <a:t>We will automatically return to the Stock/Requirements list. Select to refresh the list. The planned order </a:t>
            </a:r>
            <a:r>
              <a:rPr lang="en-US" err="1"/>
              <a:t>PldOrd</a:t>
            </a:r>
            <a:r>
              <a:rPr lang="en-US"/>
              <a:t> that you had selected is now available as a production order </a:t>
            </a:r>
            <a:r>
              <a:rPr lang="en-US" err="1"/>
              <a:t>PrdOrd</a:t>
            </a:r>
            <a:r>
              <a:rPr lang="en-US"/>
              <a:t>. </a:t>
            </a:r>
            <a:endParaRPr lang="en-IN" err="1"/>
          </a:p>
        </p:txBody>
      </p:sp>
      <p:pic>
        <p:nvPicPr>
          <p:cNvPr id="11" name="Picture 10">
            <a:extLst>
              <a:ext uri="{FF2B5EF4-FFF2-40B4-BE49-F238E27FC236}">
                <a16:creationId xmlns:a16="http://schemas.microsoft.com/office/drawing/2014/main" id="{43F61025-ACF3-FD03-4C26-548DB299CE16}"/>
              </a:ext>
            </a:extLst>
          </p:cNvPr>
          <p:cNvPicPr>
            <a:picLocks noChangeAspect="1"/>
          </p:cNvPicPr>
          <p:nvPr/>
        </p:nvPicPr>
        <p:blipFill>
          <a:blip r:embed="rId2"/>
          <a:stretch>
            <a:fillRect/>
          </a:stretch>
        </p:blipFill>
        <p:spPr>
          <a:xfrm>
            <a:off x="188976" y="1828800"/>
            <a:ext cx="5897678" cy="4078223"/>
          </a:xfrm>
          <a:prstGeom prst="rect">
            <a:avLst/>
          </a:prstGeom>
          <a:ln w="19050">
            <a:solidFill>
              <a:schemeClr val="tx1"/>
            </a:solidFill>
          </a:ln>
        </p:spPr>
      </p:pic>
      <p:pic>
        <p:nvPicPr>
          <p:cNvPr id="13" name="Picture 12">
            <a:extLst>
              <a:ext uri="{FF2B5EF4-FFF2-40B4-BE49-F238E27FC236}">
                <a16:creationId xmlns:a16="http://schemas.microsoft.com/office/drawing/2014/main" id="{EFA2DE6D-9535-3186-DDC7-AEF644026B6E}"/>
              </a:ext>
            </a:extLst>
          </p:cNvPr>
          <p:cNvPicPr>
            <a:picLocks noChangeAspect="1"/>
          </p:cNvPicPr>
          <p:nvPr/>
        </p:nvPicPr>
        <p:blipFill>
          <a:blip r:embed="rId3"/>
          <a:srcRect l="3203" r="29124"/>
          <a:stretch>
            <a:fillRect/>
          </a:stretch>
        </p:blipFill>
        <p:spPr>
          <a:xfrm>
            <a:off x="6382512" y="2412539"/>
            <a:ext cx="5340096" cy="3175590"/>
          </a:xfrm>
          <a:prstGeom prst="rect">
            <a:avLst/>
          </a:prstGeom>
          <a:ln w="19050">
            <a:solidFill>
              <a:schemeClr val="tx1"/>
            </a:solidFill>
          </a:ln>
        </p:spPr>
      </p:pic>
    </p:spTree>
    <p:extLst>
      <p:ext uri="{BB962C8B-B14F-4D97-AF65-F5344CB8AC3E}">
        <p14:creationId xmlns:p14="http://schemas.microsoft.com/office/powerpoint/2010/main" val="2702117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FE3A52-31AC-2DD0-EB8D-A9D03D6CABB2}"/>
              </a:ext>
            </a:extLst>
          </p:cNvPr>
          <p:cNvSpPr>
            <a:spLocks noGrp="1"/>
          </p:cNvSpPr>
          <p:nvPr>
            <p:ph type="ftr" sz="quarter" idx="11"/>
          </p:nvPr>
        </p:nvSpPr>
        <p:spPr/>
        <p:txBody>
          <a:bodyPr/>
          <a:lstStyle/>
          <a:p>
            <a:r>
              <a:rPr lang="en-US"/>
              <a:t>© 2025 Cognizant | Confidential &amp; Proprietary</a:t>
            </a:r>
          </a:p>
        </p:txBody>
      </p:sp>
      <p:sp>
        <p:nvSpPr>
          <p:cNvPr id="3" name="Slide Number Placeholder 2">
            <a:extLst>
              <a:ext uri="{FF2B5EF4-FFF2-40B4-BE49-F238E27FC236}">
                <a16:creationId xmlns:a16="http://schemas.microsoft.com/office/drawing/2014/main" id="{B5EACF0F-B48F-31FE-9B7E-A42D1D583C01}"/>
              </a:ext>
            </a:extLst>
          </p:cNvPr>
          <p:cNvSpPr>
            <a:spLocks noGrp="1"/>
          </p:cNvSpPr>
          <p:nvPr>
            <p:ph type="sldNum" sz="quarter" idx="12"/>
          </p:nvPr>
        </p:nvSpPr>
        <p:spPr/>
        <p:txBody>
          <a:bodyPr/>
          <a:lstStyle/>
          <a:p>
            <a:fld id="{C53E075B-3175-45CF-B3C7-FEDF3F5961E3}" type="slidenum">
              <a:rPr lang="en-US" smtClean="0"/>
              <a:pPr/>
              <a:t>47</a:t>
            </a:fld>
            <a:endParaRPr lang="en-US"/>
          </a:p>
        </p:txBody>
      </p:sp>
      <p:sp>
        <p:nvSpPr>
          <p:cNvPr id="5" name="Title 3">
            <a:extLst>
              <a:ext uri="{FF2B5EF4-FFF2-40B4-BE49-F238E27FC236}">
                <a16:creationId xmlns:a16="http://schemas.microsoft.com/office/drawing/2014/main" id="{093B3180-7560-2E4F-B808-033FD08E92B6}"/>
              </a:ext>
            </a:extLst>
          </p:cNvPr>
          <p:cNvSpPr>
            <a:spLocks noGrp="1"/>
          </p:cNvSpPr>
          <p:nvPr>
            <p:ph type="title"/>
          </p:nvPr>
        </p:nvSpPr>
        <p:spPr>
          <a:xfrm>
            <a:off x="256031" y="189620"/>
            <a:ext cx="7095745" cy="502920"/>
          </a:xfrm>
          <a:solidFill>
            <a:schemeClr val="bg2"/>
          </a:solidFill>
          <a:ln>
            <a:solidFill>
              <a:schemeClr val="bg1"/>
            </a:solidFill>
          </a:ln>
        </p:spPr>
        <p:style>
          <a:lnRef idx="0">
            <a:scrgbClr r="0" g="0" b="0"/>
          </a:lnRef>
          <a:fillRef idx="0">
            <a:scrgbClr r="0" g="0" b="0"/>
          </a:fillRef>
          <a:effectRef idx="0">
            <a:scrgbClr r="0" g="0" b="0"/>
          </a:effectRef>
          <a:fontRef idx="minor">
            <a:schemeClr val="dk1"/>
          </a:fontRef>
        </p:style>
        <p:txBody>
          <a:bodyPr/>
          <a:lstStyle/>
          <a:p>
            <a:r>
              <a:rPr lang="en-US" sz="3200"/>
              <a:t>  Goods Issue for Production Order</a:t>
            </a:r>
            <a:endParaRPr lang="en-IN" sz="3200"/>
          </a:p>
        </p:txBody>
      </p:sp>
      <p:sp>
        <p:nvSpPr>
          <p:cNvPr id="6" name="Rectangle 1">
            <a:extLst>
              <a:ext uri="{FF2B5EF4-FFF2-40B4-BE49-F238E27FC236}">
                <a16:creationId xmlns:a16="http://schemas.microsoft.com/office/drawing/2014/main" id="{DAAB0B2A-D4D1-BDF7-8D0A-F76C5E826871}"/>
              </a:ext>
            </a:extLst>
          </p:cNvPr>
          <p:cNvSpPr>
            <a:spLocks noChangeArrowheads="1"/>
          </p:cNvSpPr>
          <p:nvPr/>
        </p:nvSpPr>
        <p:spPr bwMode="auto">
          <a:xfrm>
            <a:off x="256031" y="1215931"/>
            <a:ext cx="1161288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Goods Issue (GI)</a:t>
            </a:r>
            <a:r>
              <a:rPr kumimoji="0" lang="en-US" altLang="en-US" sz="1800" b="0" i="0" u="none" strike="noStrike" cap="none" normalizeH="0" baseline="0" dirty="0">
                <a:ln>
                  <a:noFill/>
                </a:ln>
                <a:solidFill>
                  <a:schemeClr val="tx1"/>
                </a:solidFill>
                <a:effectLst/>
                <a:latin typeface="Arial" panose="020B0604020202020204" pitchFamily="34" charset="0"/>
              </a:rPr>
              <a:t> is the process of </a:t>
            </a:r>
            <a:r>
              <a:rPr kumimoji="0" lang="en-US" altLang="en-US" sz="1800" b="1" i="0" u="none" strike="noStrike" cap="none" normalizeH="0" baseline="0" dirty="0">
                <a:ln>
                  <a:noFill/>
                </a:ln>
                <a:solidFill>
                  <a:schemeClr val="tx1"/>
                </a:solidFill>
                <a:effectLst/>
                <a:latin typeface="Arial" panose="020B0604020202020204" pitchFamily="34" charset="0"/>
              </a:rPr>
              <a:t>withdrawing materials from inventory</a:t>
            </a:r>
            <a:r>
              <a:rPr kumimoji="0" lang="en-US" altLang="en-US" sz="1800" b="0" i="0" u="none" strike="noStrike" cap="none" normalizeH="0" baseline="0" dirty="0">
                <a:ln>
                  <a:noFill/>
                </a:ln>
                <a:solidFill>
                  <a:schemeClr val="tx1"/>
                </a:solidFill>
                <a:effectLst/>
                <a:latin typeface="Arial" panose="020B0604020202020204" pitchFamily="34" charset="0"/>
              </a:rPr>
              <a:t> and issuing them to a </a:t>
            </a:r>
            <a:r>
              <a:rPr kumimoji="0" lang="en-US" altLang="en-US" sz="1800" b="1" i="0" u="none" strike="noStrike" cap="none" normalizeH="0" baseline="0" dirty="0">
                <a:ln>
                  <a:noFill/>
                </a:ln>
                <a:solidFill>
                  <a:schemeClr val="tx1"/>
                </a:solidFill>
                <a:effectLst/>
                <a:latin typeface="Arial" panose="020B0604020202020204" pitchFamily="34" charset="0"/>
              </a:rPr>
              <a:t>Production Order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represents the </a:t>
            </a:r>
            <a:r>
              <a:rPr kumimoji="0" lang="en-US" altLang="en-US" sz="1800" b="1" i="0" u="none" strike="noStrike" cap="none" normalizeH="0" baseline="0" dirty="0">
                <a:ln>
                  <a:noFill/>
                </a:ln>
                <a:solidFill>
                  <a:schemeClr val="tx1"/>
                </a:solidFill>
                <a:effectLst/>
                <a:latin typeface="Arial" panose="020B0604020202020204" pitchFamily="34" charset="0"/>
              </a:rPr>
              <a:t>consumption of raw materials/semi‑finished materials</a:t>
            </a:r>
            <a:r>
              <a:rPr kumimoji="0" lang="en-US" altLang="en-US" sz="1800" b="0" i="0" u="none" strike="noStrike" cap="none" normalizeH="0" baseline="0" dirty="0">
                <a:ln>
                  <a:noFill/>
                </a:ln>
                <a:solidFill>
                  <a:schemeClr val="tx1"/>
                </a:solidFill>
                <a:effectLst/>
                <a:latin typeface="Arial" panose="020B0604020202020204" pitchFamily="34" charset="0"/>
              </a:rPr>
              <a:t> during production.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 reduces stock and updates the production order with actual component consumption.</a:t>
            </a:r>
          </a:p>
          <a:p>
            <a:pPr marL="285750" lvl="0" indent="-285750" eaLnBrk="0" fontAlgn="base" hangingPunct="0">
              <a:spcBef>
                <a:spcPct val="0"/>
              </a:spcBef>
              <a:spcAft>
                <a:spcPct val="0"/>
              </a:spcAft>
              <a:buFont typeface="Wingdings" panose="05000000000000000000" pitchFamily="2" charset="2"/>
              <a:buChar char="§"/>
            </a:pPr>
            <a:r>
              <a:rPr lang="en-IN" dirty="0"/>
              <a:t>For opening Goods Issue Transaction :</a:t>
            </a:r>
          </a:p>
          <a:p>
            <a:pPr marL="285750" lvl="0" indent="-285750" eaLnBrk="0" fontAlgn="base" hangingPunct="0">
              <a:spcBef>
                <a:spcPct val="0"/>
              </a:spcBef>
              <a:spcAft>
                <a:spcPct val="0"/>
              </a:spcAft>
              <a:buFont typeface="Wingdings" panose="05000000000000000000" pitchFamily="2" charset="2"/>
              <a:buChar char="§"/>
            </a:pPr>
            <a:r>
              <a:rPr lang="en-IN" b="1" dirty="0"/>
              <a:t>T-code:</a:t>
            </a:r>
            <a:r>
              <a:rPr lang="en-IN" dirty="0"/>
              <a:t> MB1A (classic) or MIGO (modern).</a:t>
            </a:r>
          </a:p>
          <a:p>
            <a:pPr marL="285750" lvl="0" indent="-285750" eaLnBrk="0" fontAlgn="base" hangingPunct="0">
              <a:spcBef>
                <a:spcPct val="0"/>
              </a:spcBef>
              <a:spcAft>
                <a:spcPct val="0"/>
              </a:spcAft>
              <a:buFont typeface="Wingdings" panose="05000000000000000000" pitchFamily="2" charset="2"/>
              <a:buChar char="§"/>
            </a:pPr>
            <a:r>
              <a:rPr lang="en-US" dirty="0"/>
              <a:t>Purpose: Post GI for Production Order.</a:t>
            </a:r>
            <a:endParaRPr lang="en-IN" dirty="0"/>
          </a:p>
          <a:p>
            <a:pPr marL="285750" lvl="0" indent="-285750" eaLnBrk="0" fontAlgn="base" hangingPunct="0">
              <a:spcBef>
                <a:spcPct val="0"/>
              </a:spcBef>
              <a:spcAft>
                <a:spcPct val="0"/>
              </a:spcAft>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a:buFont typeface="Wingdings" panose="05000000000000000000" pitchFamily="2" charset="2"/>
              <a:buChar char="§"/>
            </a:pPr>
            <a:r>
              <a:rPr lang="en-US" b="1" dirty="0"/>
              <a:t>Impact:</a:t>
            </a:r>
            <a:endParaRPr lang="en-US" dirty="0"/>
          </a:p>
          <a:p>
            <a:pPr marL="285750" indent="-285750">
              <a:buFont typeface="Wingdings" panose="05000000000000000000" pitchFamily="2" charset="2"/>
              <a:buChar char="§"/>
            </a:pPr>
            <a:r>
              <a:rPr lang="en-US" dirty="0"/>
              <a:t>Stock decreases in inventory.</a:t>
            </a:r>
          </a:p>
          <a:p>
            <a:pPr marL="285750" indent="-285750">
              <a:buFont typeface="Wingdings" panose="05000000000000000000" pitchFamily="2" charset="2"/>
              <a:buChar char="§"/>
            </a:pPr>
            <a:r>
              <a:rPr lang="en-US" dirty="0"/>
              <a:t>Production Order gets updated with consumed materials.</a:t>
            </a:r>
          </a:p>
          <a:p>
            <a:pPr marL="285750" indent="-285750">
              <a:buFont typeface="Wingdings" panose="05000000000000000000" pitchFamily="2" charset="2"/>
              <a:buChar char="§"/>
            </a:pPr>
            <a:r>
              <a:rPr lang="en-US" dirty="0"/>
              <a:t>Accounting entries posted (material consumption).</a:t>
            </a:r>
          </a:p>
          <a:p>
            <a:pPr marL="285750" indent="-285750">
              <a:buFont typeface="Wingdings" panose="05000000000000000000" pitchFamily="2" charset="2"/>
              <a:buChar char="§"/>
            </a:pPr>
            <a:endParaRPr lang="en-US" dirty="0"/>
          </a:p>
          <a:p>
            <a:pPr marL="285750" lvl="0" indent="-285750" eaLnBrk="0" fontAlgn="base" hangingPunct="0">
              <a:spcBef>
                <a:spcPct val="0"/>
              </a:spcBef>
              <a:spcAft>
                <a:spcPct val="0"/>
              </a:spcAft>
              <a:buFont typeface="Wingdings" panose="05000000000000000000" pitchFamily="2" charset="2"/>
              <a:buChar char="§"/>
            </a:pPr>
            <a:r>
              <a:rPr lang="en-US" b="1" dirty="0"/>
              <a:t>Mandatory Step:</a:t>
            </a:r>
            <a:r>
              <a:rPr lang="en-US" dirty="0"/>
              <a:t> Without GI, production order cannot be completed.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9280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6FCCD-ECA1-F524-F666-5DA2780CD312}"/>
              </a:ext>
            </a:extLst>
          </p:cNvPr>
          <p:cNvSpPr>
            <a:spLocks noGrp="1"/>
          </p:cNvSpPr>
          <p:nvPr>
            <p:ph type="title"/>
          </p:nvPr>
        </p:nvSpPr>
        <p:spPr>
          <a:xfrm>
            <a:off x="457200" y="457200"/>
            <a:ext cx="6822831" cy="664797"/>
          </a:xfrm>
        </p:spPr>
        <p:txBody>
          <a:bodyPr/>
          <a:lstStyle/>
          <a:p>
            <a:r>
              <a:rPr lang="en-IN"/>
              <a:t>Confirm Production Completion </a:t>
            </a:r>
            <a:br>
              <a:rPr lang="en-IN"/>
            </a:br>
            <a:endParaRPr lang="en-IN"/>
          </a:p>
        </p:txBody>
      </p:sp>
      <p:sp>
        <p:nvSpPr>
          <p:cNvPr id="4" name="Date Placeholder 3">
            <a:extLst>
              <a:ext uri="{FF2B5EF4-FFF2-40B4-BE49-F238E27FC236}">
                <a16:creationId xmlns:a16="http://schemas.microsoft.com/office/drawing/2014/main" id="{46E4D9A3-2846-29F5-56E9-E1111687B882}"/>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B5E5B40A-A3AD-7DB7-CB8D-6EDF5EBC5810}"/>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5B59D50A-955C-8021-BD23-5885EE50A544}"/>
              </a:ext>
            </a:extLst>
          </p:cNvPr>
          <p:cNvSpPr>
            <a:spLocks noGrp="1"/>
          </p:cNvSpPr>
          <p:nvPr>
            <p:ph type="sldNum" sz="quarter" idx="12"/>
          </p:nvPr>
        </p:nvSpPr>
        <p:spPr/>
        <p:txBody>
          <a:bodyPr/>
          <a:lstStyle/>
          <a:p>
            <a:fld id="{38826FC0-333C-E549-9FA3-0EE43DF298A3}" type="slidenum">
              <a:rPr lang="en-US" smtClean="0"/>
              <a:pPr/>
              <a:t>48</a:t>
            </a:fld>
            <a:endParaRPr lang="en-US"/>
          </a:p>
        </p:txBody>
      </p:sp>
      <p:pic>
        <p:nvPicPr>
          <p:cNvPr id="8" name="Picture 7">
            <a:extLst>
              <a:ext uri="{FF2B5EF4-FFF2-40B4-BE49-F238E27FC236}">
                <a16:creationId xmlns:a16="http://schemas.microsoft.com/office/drawing/2014/main" id="{A5797294-753D-1647-09E5-23736EBE5638}"/>
              </a:ext>
            </a:extLst>
          </p:cNvPr>
          <p:cNvPicPr>
            <a:picLocks noChangeAspect="1"/>
          </p:cNvPicPr>
          <p:nvPr/>
        </p:nvPicPr>
        <p:blipFill>
          <a:blip r:embed="rId3"/>
          <a:stretch>
            <a:fillRect/>
          </a:stretch>
        </p:blipFill>
        <p:spPr>
          <a:xfrm>
            <a:off x="457200" y="997614"/>
            <a:ext cx="6822867" cy="5195170"/>
          </a:xfrm>
          <a:prstGeom prst="rect">
            <a:avLst/>
          </a:prstGeom>
        </p:spPr>
      </p:pic>
      <p:sp>
        <p:nvSpPr>
          <p:cNvPr id="9" name="TextBox 8">
            <a:extLst>
              <a:ext uri="{FF2B5EF4-FFF2-40B4-BE49-F238E27FC236}">
                <a16:creationId xmlns:a16="http://schemas.microsoft.com/office/drawing/2014/main" id="{3A319876-78E1-BA58-BA03-13591DA2F0E3}"/>
              </a:ext>
            </a:extLst>
          </p:cNvPr>
          <p:cNvSpPr txBox="1"/>
          <p:nvPr/>
        </p:nvSpPr>
        <p:spPr>
          <a:xfrm>
            <a:off x="7598664" y="457200"/>
            <a:ext cx="4407408" cy="5735584"/>
          </a:xfrm>
          <a:prstGeom prst="rect">
            <a:avLst/>
          </a:prstGeom>
          <a:noFill/>
          <a:ln>
            <a:solidFill>
              <a:schemeClr val="accent6">
                <a:lumMod val="10000"/>
              </a:schemeClr>
            </a:solidFill>
          </a:ln>
        </p:spPr>
        <p:txBody>
          <a:bodyPr wrap="square" lIns="0" tIns="0" rIns="0" bIns="0" rtlCol="0">
            <a:noAutofit/>
          </a:bodyPr>
          <a:lstStyle/>
          <a:p>
            <a:r>
              <a:rPr lang="en-US"/>
              <a:t>To confirm Production Order, </a:t>
            </a:r>
            <a:r>
              <a:rPr lang="en-US" b="1"/>
              <a:t>use T-code: CO15</a:t>
            </a:r>
            <a:r>
              <a:rPr lang="en-US"/>
              <a:t>.</a:t>
            </a:r>
          </a:p>
          <a:p>
            <a:r>
              <a:rPr lang="en-US"/>
              <a:t>We can perform the following activities −</a:t>
            </a:r>
          </a:p>
          <a:p>
            <a:pPr marL="285750" indent="-285750">
              <a:buFont typeface="Arial" panose="020B0604020202020204" pitchFamily="34" charset="0"/>
              <a:buChar char="•"/>
            </a:pPr>
            <a:r>
              <a:rPr lang="en-US"/>
              <a:t>Generate the confirmation document</a:t>
            </a:r>
          </a:p>
          <a:p>
            <a:pPr marL="285750" indent="-285750">
              <a:buFont typeface="Arial" panose="020B0604020202020204" pitchFamily="34" charset="0"/>
              <a:buChar char="•"/>
            </a:pPr>
            <a:r>
              <a:rPr lang="en-US"/>
              <a:t>Consume raw materials or semi-finished goods</a:t>
            </a:r>
          </a:p>
          <a:p>
            <a:pPr marL="285750" indent="-285750">
              <a:buFont typeface="Arial" panose="020B0604020202020204" pitchFamily="34" charset="0"/>
              <a:buChar char="•"/>
            </a:pPr>
            <a:r>
              <a:rPr lang="en-US"/>
              <a:t>Good receipt of the finished goods or semi-finished goods</a:t>
            </a:r>
          </a:p>
          <a:p>
            <a:endParaRPr lang="en-US"/>
          </a:p>
          <a:p>
            <a:pPr>
              <a:lnSpc>
                <a:spcPct val="110000"/>
              </a:lnSpc>
              <a:spcBef>
                <a:spcPts val="600"/>
              </a:spcBef>
            </a:pPr>
            <a:r>
              <a:rPr lang="en-US"/>
              <a:t>Click the Goods Movement button at the top of the screen to confirm the automatic goods movement happening along with confirmation.</a:t>
            </a:r>
          </a:p>
          <a:p>
            <a:pPr>
              <a:lnSpc>
                <a:spcPct val="110000"/>
              </a:lnSpc>
              <a:spcBef>
                <a:spcPts val="600"/>
              </a:spcBef>
            </a:pPr>
            <a:endParaRPr lang="en-US"/>
          </a:p>
          <a:p>
            <a:r>
              <a:rPr lang="en-US"/>
              <a:t>Auto Goods Receipt (GR), production of material carried out with movement type 101 in the entry.</a:t>
            </a:r>
          </a:p>
          <a:p>
            <a:r>
              <a:rPr lang="en-US"/>
              <a:t>Auto Goods Issue (GI), consumption of components carried out using movement type 261 in the entry.</a:t>
            </a:r>
          </a:p>
          <a:p>
            <a:pPr>
              <a:lnSpc>
                <a:spcPct val="110000"/>
              </a:lnSpc>
              <a:spcBef>
                <a:spcPts val="600"/>
              </a:spcBef>
            </a:pPr>
            <a:endParaRPr lang="en-IN" err="1"/>
          </a:p>
        </p:txBody>
      </p:sp>
    </p:spTree>
    <p:extLst>
      <p:ext uri="{BB962C8B-B14F-4D97-AF65-F5344CB8AC3E}">
        <p14:creationId xmlns:p14="http://schemas.microsoft.com/office/powerpoint/2010/main" val="21144141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6A3403B-F7D4-4149-E57B-E6D7FBC585B0}"/>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A3633DFC-AE6A-1436-C67E-C56EDCF374A8}"/>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45F8DD35-186F-094E-68E7-D14E525F5482}"/>
              </a:ext>
            </a:extLst>
          </p:cNvPr>
          <p:cNvSpPr>
            <a:spLocks noGrp="1"/>
          </p:cNvSpPr>
          <p:nvPr>
            <p:ph type="sldNum" sz="quarter" idx="12"/>
          </p:nvPr>
        </p:nvSpPr>
        <p:spPr/>
        <p:txBody>
          <a:bodyPr/>
          <a:lstStyle/>
          <a:p>
            <a:fld id="{38826FC0-333C-E549-9FA3-0EE43DF298A3}" type="slidenum">
              <a:rPr lang="en-US" smtClean="0"/>
              <a:pPr/>
              <a:t>49</a:t>
            </a:fld>
            <a:endParaRPr lang="en-US"/>
          </a:p>
        </p:txBody>
      </p:sp>
      <p:sp>
        <p:nvSpPr>
          <p:cNvPr id="7" name="TextBox 6">
            <a:extLst>
              <a:ext uri="{FF2B5EF4-FFF2-40B4-BE49-F238E27FC236}">
                <a16:creationId xmlns:a16="http://schemas.microsoft.com/office/drawing/2014/main" id="{2BCEE447-E2B7-FEF7-9705-68020194E48B}"/>
              </a:ext>
            </a:extLst>
          </p:cNvPr>
          <p:cNvSpPr txBox="1"/>
          <p:nvPr/>
        </p:nvSpPr>
        <p:spPr>
          <a:xfrm>
            <a:off x="609600" y="506281"/>
            <a:ext cx="10972800" cy="5120640"/>
          </a:xfrm>
          <a:prstGeom prst="rect">
            <a:avLst/>
          </a:prstGeom>
          <a:noFill/>
        </p:spPr>
        <p:txBody>
          <a:bodyPr wrap="square" lIns="0" tIns="0" rIns="0" bIns="0" rtlCol="0">
            <a:noAutofit/>
          </a:bodyPr>
          <a:lstStyle/>
          <a:p>
            <a:pPr marL="285750" indent="-285750" fontAlgn="base">
              <a:buFont typeface="Arial" panose="020B0604020202020204" pitchFamily="34" charset="0"/>
              <a:buChar char="•"/>
            </a:pPr>
            <a:r>
              <a:rPr lang="en-US" dirty="0"/>
              <a:t>It updates the </a:t>
            </a:r>
            <a:r>
              <a:rPr lang="en-US" b="1" dirty="0"/>
              <a:t>Production Order</a:t>
            </a:r>
            <a:r>
              <a:rPr lang="en-US" dirty="0"/>
              <a:t> with actual data:​</a:t>
            </a:r>
          </a:p>
          <a:p>
            <a:pPr marL="742950" lvl="1" indent="-285750" fontAlgn="base">
              <a:buFont typeface="Arial" panose="020B0604020202020204" pitchFamily="34" charset="0"/>
              <a:buChar char="•"/>
            </a:pPr>
            <a:r>
              <a:rPr lang="en-US" dirty="0"/>
              <a:t>Yield quantity (finished goods produced)​</a:t>
            </a:r>
          </a:p>
          <a:p>
            <a:pPr marL="742950" lvl="1" indent="-285750" fontAlgn="base">
              <a:buFont typeface="Arial" panose="020B0604020202020204" pitchFamily="34" charset="0"/>
              <a:buChar char="•"/>
            </a:pPr>
            <a:r>
              <a:rPr lang="en-US" dirty="0"/>
              <a:t>Scrap quantity (defective items)​</a:t>
            </a:r>
          </a:p>
          <a:p>
            <a:pPr lvl="1" fontAlgn="base"/>
            <a:endParaRPr lang="en-US" dirty="0"/>
          </a:p>
          <a:p>
            <a:pPr marL="285750" indent="-285750" fontAlgn="base">
              <a:buFont typeface="Arial" panose="020B0604020202020204" pitchFamily="34" charset="0"/>
              <a:buChar char="•"/>
            </a:pPr>
            <a:r>
              <a:rPr lang="en-US" dirty="0"/>
              <a:t>Time taken (setup, machine, labor)​</a:t>
            </a:r>
          </a:p>
          <a:p>
            <a:pPr fontAlgn="base"/>
            <a:endParaRPr lang="en-US" dirty="0"/>
          </a:p>
          <a:p>
            <a:pPr marL="285750" indent="-285750" fontAlgn="base">
              <a:buFont typeface="Arial" panose="020B0604020202020204" pitchFamily="34" charset="0"/>
              <a:buChar char="•"/>
            </a:pPr>
            <a:r>
              <a:rPr lang="en-US" dirty="0"/>
              <a:t>Confirmation is essential for </a:t>
            </a:r>
            <a:r>
              <a:rPr lang="en-US" b="1" dirty="0"/>
              <a:t>order progress tracking, costing, and capacity planning</a:t>
            </a:r>
            <a:r>
              <a:rPr lang="en-US" dirty="0"/>
              <a:t>.</a:t>
            </a:r>
          </a:p>
          <a:p>
            <a:pPr fontAlgn="base"/>
            <a:r>
              <a:rPr lang="en-US" dirty="0"/>
              <a:t>​</a:t>
            </a:r>
          </a:p>
          <a:p>
            <a:pPr marL="285750" indent="-285750" fontAlgn="base">
              <a:buFont typeface="Arial" panose="020B0604020202020204" pitchFamily="34" charset="0"/>
              <a:buChar char="•"/>
            </a:pPr>
            <a:r>
              <a:rPr lang="en-IN" dirty="0"/>
              <a:t>For Opening Confirmation Transaction :</a:t>
            </a:r>
            <a:r>
              <a:rPr lang="en-US" dirty="0"/>
              <a:t>​</a:t>
            </a:r>
          </a:p>
          <a:p>
            <a:pPr marL="742950" lvl="1" indent="-285750" fontAlgn="base">
              <a:buFont typeface="Arial" panose="020B0604020202020204" pitchFamily="34" charset="0"/>
              <a:buChar char="•"/>
            </a:pPr>
            <a:r>
              <a:rPr lang="en-IN" b="1" dirty="0"/>
              <a:t>T-code:</a:t>
            </a:r>
            <a:r>
              <a:rPr lang="en-IN" dirty="0"/>
              <a:t> CO11N (Single Operation Confirmation).</a:t>
            </a:r>
            <a:r>
              <a:rPr lang="en-US" dirty="0"/>
              <a:t>​</a:t>
            </a:r>
          </a:p>
          <a:p>
            <a:pPr marL="742950" lvl="1" indent="-285750" fontAlgn="base">
              <a:buFont typeface="Arial" panose="020B0604020202020204" pitchFamily="34" charset="0"/>
              <a:buChar char="•"/>
            </a:pPr>
            <a:r>
              <a:rPr lang="en-US" dirty="0"/>
              <a:t>Purpose: Record confirmation for one production order.​</a:t>
            </a:r>
          </a:p>
          <a:p>
            <a:pPr lvl="1" fontAlgn="base"/>
            <a:endParaRPr lang="en-US" dirty="0"/>
          </a:p>
          <a:p>
            <a:pPr marL="285750" indent="-285750" fontAlgn="base">
              <a:buFont typeface="Arial" panose="020B0604020202020204" pitchFamily="34" charset="0"/>
              <a:buChar char="•"/>
            </a:pPr>
            <a:r>
              <a:rPr lang="en-US" dirty="0"/>
              <a:t>Confirmation can be:​</a:t>
            </a:r>
          </a:p>
          <a:p>
            <a:pPr marL="742950" lvl="1" indent="-285750" fontAlgn="base">
              <a:buFont typeface="Arial" panose="020B0604020202020204" pitchFamily="34" charset="0"/>
              <a:buChar char="•"/>
            </a:pPr>
            <a:r>
              <a:rPr lang="en-US" b="1" dirty="0"/>
              <a:t>Operation confirmation (CO11N)</a:t>
            </a:r>
            <a:r>
              <a:rPr lang="en-US" dirty="0"/>
              <a:t> → One operation at a time.​</a:t>
            </a:r>
          </a:p>
          <a:p>
            <a:pPr marL="742950" lvl="1" indent="-285750" fontAlgn="base">
              <a:buFont typeface="Arial" panose="020B0604020202020204" pitchFamily="34" charset="0"/>
              <a:buChar char="•"/>
            </a:pPr>
            <a:r>
              <a:rPr lang="en-US" b="1" dirty="0"/>
              <a:t>Order confirmation (CO15)</a:t>
            </a:r>
            <a:r>
              <a:rPr lang="en-US" dirty="0"/>
              <a:t> → Entire order at once.​</a:t>
            </a:r>
          </a:p>
          <a:p>
            <a:pPr lvl="1" fontAlgn="base"/>
            <a:endParaRPr lang="en-US" dirty="0"/>
          </a:p>
          <a:p>
            <a:pPr marL="285750" indent="-285750" fontAlgn="base">
              <a:buFont typeface="Arial" panose="020B0604020202020204" pitchFamily="34" charset="0"/>
              <a:buChar char="•"/>
            </a:pPr>
            <a:r>
              <a:rPr lang="en-US" dirty="0"/>
              <a:t>After Saving System updates:​</a:t>
            </a:r>
          </a:p>
          <a:p>
            <a:pPr marL="285750" indent="-285750" fontAlgn="base">
              <a:buFont typeface="Arial" panose="020B0604020202020204" pitchFamily="34" charset="0"/>
              <a:buChar char="•"/>
            </a:pPr>
            <a:r>
              <a:rPr lang="en-US" dirty="0"/>
              <a:t>Order status → PCNF or CNF.​</a:t>
            </a:r>
          </a:p>
          <a:p>
            <a:pPr marL="285750" indent="-285750" fontAlgn="base">
              <a:buFont typeface="Arial" panose="020B0604020202020204" pitchFamily="34" charset="0"/>
              <a:buChar char="•"/>
            </a:pPr>
            <a:r>
              <a:rPr lang="en-US" dirty="0"/>
              <a:t>Actual quantities and times recorded.​</a:t>
            </a:r>
          </a:p>
          <a:p>
            <a:pPr marL="285750" indent="-285750" fontAlgn="base">
              <a:buFont typeface="Arial" panose="020B0604020202020204" pitchFamily="34" charset="0"/>
              <a:buChar char="•"/>
            </a:pPr>
            <a:r>
              <a:rPr lang="en-US" dirty="0"/>
              <a:t>If automatic GI/GR is active → stock updated.​</a:t>
            </a:r>
          </a:p>
          <a:p>
            <a:pPr>
              <a:lnSpc>
                <a:spcPct val="110000"/>
              </a:lnSpc>
              <a:spcBef>
                <a:spcPts val="600"/>
              </a:spcBef>
            </a:pPr>
            <a:endParaRPr lang="en-IN" dirty="0"/>
          </a:p>
          <a:p>
            <a:pPr algn="l">
              <a:lnSpc>
                <a:spcPct val="110000"/>
              </a:lnSpc>
              <a:spcBef>
                <a:spcPts val="600"/>
              </a:spcBef>
              <a:spcAft>
                <a:spcPts val="0"/>
              </a:spcAft>
            </a:pPr>
            <a:endParaRPr lang="en-IN" dirty="0"/>
          </a:p>
        </p:txBody>
      </p:sp>
    </p:spTree>
    <p:extLst>
      <p:ext uri="{BB962C8B-B14F-4D97-AF65-F5344CB8AC3E}">
        <p14:creationId xmlns:p14="http://schemas.microsoft.com/office/powerpoint/2010/main" val="10563279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B6E15-E8BF-F4ED-8199-C9A82C4A1F83}"/>
              </a:ext>
            </a:extLst>
          </p:cNvPr>
          <p:cNvSpPr>
            <a:spLocks noGrp="1"/>
          </p:cNvSpPr>
          <p:nvPr>
            <p:ph type="title"/>
          </p:nvPr>
        </p:nvSpPr>
        <p:spPr>
          <a:xfrm>
            <a:off x="457200" y="457200"/>
            <a:ext cx="11277600" cy="443198"/>
          </a:xfrm>
        </p:spPr>
        <p:txBody>
          <a:bodyPr/>
          <a:lstStyle/>
          <a:p>
            <a:r>
              <a:rPr lang="en-IN" sz="3200" b="1" baseline="0">
                <a:solidFill>
                  <a:srgbClr val="000048"/>
                </a:solidFill>
                <a:latin typeface="Arial"/>
              </a:rPr>
              <a:t>Goods Receipt for Production</a:t>
            </a:r>
            <a:endParaRPr lang="en-US"/>
          </a:p>
        </p:txBody>
      </p:sp>
      <p:sp>
        <p:nvSpPr>
          <p:cNvPr id="3" name="Content Placeholder 2">
            <a:extLst>
              <a:ext uri="{FF2B5EF4-FFF2-40B4-BE49-F238E27FC236}">
                <a16:creationId xmlns:a16="http://schemas.microsoft.com/office/drawing/2014/main" id="{CB83809A-73CD-CC9C-332F-21741DE8A5CB}"/>
              </a:ext>
            </a:extLst>
          </p:cNvPr>
          <p:cNvSpPr>
            <a:spLocks noGrp="1"/>
          </p:cNvSpPr>
          <p:nvPr>
            <p:ph idx="1"/>
          </p:nvPr>
        </p:nvSpPr>
        <p:spPr>
          <a:xfrm>
            <a:off x="457200" y="1447800"/>
            <a:ext cx="11015784" cy="4663440"/>
          </a:xfrm>
        </p:spPr>
        <p:txBody>
          <a:bodyPr vert="horz" lIns="0" tIns="0" rIns="0" bIns="0" rtlCol="0" anchor="t">
            <a:noAutofit/>
          </a:bodyPr>
          <a:lstStyle/>
          <a:p>
            <a:pPr>
              <a:lnSpc>
                <a:spcPct val="100000"/>
              </a:lnSpc>
              <a:spcBef>
                <a:spcPct val="0"/>
              </a:spcBef>
              <a:spcAft>
                <a:spcPct val="0"/>
              </a:spcAft>
            </a:pPr>
            <a:r>
              <a:rPr lang="en-US" sz="1800" b="1" dirty="0">
                <a:cs typeface="Arial"/>
              </a:rPr>
              <a:t>Goods Receipt (GR)</a:t>
            </a:r>
            <a:r>
              <a:rPr lang="en-US" sz="1800" dirty="0">
                <a:cs typeface="Arial"/>
              </a:rPr>
              <a:t> is the process of </a:t>
            </a:r>
            <a:r>
              <a:rPr lang="en-US" sz="1800" b="1" dirty="0">
                <a:cs typeface="Arial"/>
              </a:rPr>
              <a:t>receiving finished goods </a:t>
            </a:r>
            <a:r>
              <a:rPr lang="en-US" sz="1800" b="1" dirty="0" err="1">
                <a:cs typeface="Arial"/>
              </a:rPr>
              <a:t>intoinventory</a:t>
            </a:r>
            <a:r>
              <a:rPr lang="en-US" sz="1800" dirty="0">
                <a:cs typeface="Arial"/>
              </a:rPr>
              <a:t> after production is completed.</a:t>
            </a:r>
          </a:p>
          <a:p>
            <a:pPr>
              <a:lnSpc>
                <a:spcPct val="150000"/>
              </a:lnSpc>
              <a:spcBef>
                <a:spcPct val="0"/>
              </a:spcBef>
              <a:spcAft>
                <a:spcPct val="0"/>
              </a:spcAft>
            </a:pPr>
            <a:r>
              <a:rPr lang="en-US" sz="1800" dirty="0">
                <a:cs typeface="Arial"/>
              </a:rPr>
              <a:t>It represents the </a:t>
            </a:r>
            <a:r>
              <a:rPr lang="en-US" sz="1800" b="1" dirty="0">
                <a:cs typeface="Arial"/>
              </a:rPr>
              <a:t>output of the production order</a:t>
            </a:r>
            <a:r>
              <a:rPr lang="en-US" sz="1800" dirty="0">
                <a:cs typeface="Arial"/>
              </a:rPr>
              <a:t>.</a:t>
            </a:r>
          </a:p>
          <a:p>
            <a:pPr>
              <a:lnSpc>
                <a:spcPct val="100000"/>
              </a:lnSpc>
              <a:spcBef>
                <a:spcPct val="0"/>
              </a:spcBef>
              <a:spcAft>
                <a:spcPct val="0"/>
              </a:spcAft>
            </a:pPr>
            <a:r>
              <a:rPr lang="en-US" sz="1800" dirty="0">
                <a:cs typeface="Arial"/>
              </a:rPr>
              <a:t>GR increases stock of the finished product and updates the production </a:t>
            </a:r>
            <a:r>
              <a:rPr lang="en-US" sz="1800" dirty="0" err="1">
                <a:cs typeface="Arial"/>
              </a:rPr>
              <a:t>orderwith</a:t>
            </a:r>
            <a:r>
              <a:rPr lang="en-US" sz="1800" dirty="0">
                <a:cs typeface="Arial"/>
              </a:rPr>
              <a:t> actual receipt.</a:t>
            </a:r>
          </a:p>
          <a:p>
            <a:pPr>
              <a:lnSpc>
                <a:spcPct val="150000"/>
              </a:lnSpc>
              <a:spcBef>
                <a:spcPct val="0"/>
              </a:spcBef>
              <a:spcAft>
                <a:spcPct val="0"/>
              </a:spcAft>
            </a:pPr>
            <a:r>
              <a:rPr lang="en-IN" sz="1800" dirty="0">
                <a:cs typeface="Arial"/>
              </a:rPr>
              <a:t>For Opening Goods Receipt Transaction </a:t>
            </a:r>
            <a:endParaRPr lang="en-US" sz="1800" dirty="0">
              <a:cs typeface="Arial"/>
            </a:endParaRPr>
          </a:p>
          <a:p>
            <a:pPr>
              <a:lnSpc>
                <a:spcPct val="100000"/>
              </a:lnSpc>
              <a:spcBef>
                <a:spcPct val="0"/>
              </a:spcBef>
              <a:spcAft>
                <a:spcPct val="0"/>
              </a:spcAft>
            </a:pPr>
            <a:r>
              <a:rPr lang="en-IN" sz="1800" b="1" dirty="0">
                <a:cs typeface="Arial"/>
              </a:rPr>
              <a:t>T-code:</a:t>
            </a:r>
            <a:r>
              <a:rPr lang="en-IN" sz="1800" dirty="0">
                <a:cs typeface="Arial"/>
              </a:rPr>
              <a:t> MIGO (modern) or MB31 (classic).</a:t>
            </a:r>
            <a:endParaRPr lang="en-US" sz="1800" dirty="0">
              <a:cs typeface="Arial"/>
            </a:endParaRPr>
          </a:p>
          <a:p>
            <a:pPr>
              <a:lnSpc>
                <a:spcPct val="100000"/>
              </a:lnSpc>
              <a:spcBef>
                <a:spcPct val="0"/>
              </a:spcBef>
              <a:spcAft>
                <a:spcPct val="0"/>
              </a:spcAft>
            </a:pPr>
            <a:r>
              <a:rPr lang="en-US" sz="1800" dirty="0">
                <a:cs typeface="Arial"/>
              </a:rPr>
              <a:t>Purpose: Post GR for Production Order.</a:t>
            </a:r>
          </a:p>
          <a:p>
            <a:pPr>
              <a:lnSpc>
                <a:spcPct val="150000"/>
              </a:lnSpc>
              <a:spcBef>
                <a:spcPct val="0"/>
              </a:spcBef>
              <a:spcAft>
                <a:spcPct val="0"/>
              </a:spcAft>
            </a:pPr>
            <a:r>
              <a:rPr lang="en-US" sz="1800" dirty="0">
                <a:cs typeface="Arial"/>
              </a:rPr>
              <a:t>GR can be posted </a:t>
            </a:r>
            <a:r>
              <a:rPr lang="en-US" sz="1800" b="1" dirty="0">
                <a:cs typeface="Arial"/>
              </a:rPr>
              <a:t>manually (MIGO/MB31)</a:t>
            </a:r>
            <a:r>
              <a:rPr lang="en-US" sz="1800" dirty="0">
                <a:cs typeface="Arial"/>
              </a:rPr>
              <a:t> or </a:t>
            </a:r>
            <a:r>
              <a:rPr lang="en-US" sz="1800" b="1" dirty="0">
                <a:cs typeface="Arial"/>
              </a:rPr>
              <a:t>automatically during confirmation (CO15)</a:t>
            </a:r>
            <a:r>
              <a:rPr lang="en-US" sz="1800" dirty="0">
                <a:cs typeface="Arial"/>
              </a:rPr>
              <a:t>.</a:t>
            </a:r>
          </a:p>
          <a:p>
            <a:pPr>
              <a:lnSpc>
                <a:spcPct val="100000"/>
              </a:lnSpc>
              <a:spcBef>
                <a:spcPts val="0"/>
              </a:spcBef>
            </a:pPr>
            <a:r>
              <a:rPr lang="en-US" sz="1800" dirty="0">
                <a:cs typeface="Arial"/>
              </a:rPr>
              <a:t>Click Post, System updates:</a:t>
            </a:r>
          </a:p>
          <a:p>
            <a:pPr>
              <a:lnSpc>
                <a:spcPct val="100000"/>
              </a:lnSpc>
              <a:spcBef>
                <a:spcPts val="0"/>
              </a:spcBef>
            </a:pPr>
            <a:r>
              <a:rPr lang="en-US" sz="1800" dirty="0">
                <a:cs typeface="Arial"/>
              </a:rPr>
              <a:t>Stock increased for finished goods.</a:t>
            </a:r>
          </a:p>
          <a:p>
            <a:pPr>
              <a:lnSpc>
                <a:spcPct val="100000"/>
              </a:lnSpc>
              <a:spcBef>
                <a:spcPts val="0"/>
              </a:spcBef>
            </a:pPr>
            <a:r>
              <a:rPr lang="en-US" sz="1800" dirty="0">
                <a:cs typeface="Arial"/>
              </a:rPr>
              <a:t>Production Order updated with receipt quantity.</a:t>
            </a:r>
          </a:p>
          <a:p>
            <a:pPr>
              <a:lnSpc>
                <a:spcPct val="100000"/>
              </a:lnSpc>
              <a:spcBef>
                <a:spcPts val="0"/>
              </a:spcBef>
            </a:pPr>
            <a:r>
              <a:rPr lang="en-US" sz="1800" dirty="0">
                <a:cs typeface="Arial"/>
              </a:rPr>
              <a:t>Accounting document created.</a:t>
            </a:r>
          </a:p>
          <a:p>
            <a:pPr>
              <a:lnSpc>
                <a:spcPct val="150000"/>
              </a:lnSpc>
              <a:spcBef>
                <a:spcPts val="0"/>
              </a:spcBef>
            </a:pPr>
            <a:r>
              <a:rPr lang="en-US" sz="1800" dirty="0">
                <a:cs typeface="Arial"/>
              </a:rPr>
              <a:t>Mandatory step to make finished goods available in inventory.</a:t>
            </a:r>
          </a:p>
          <a:p>
            <a:pPr marL="285750" indent="-285750">
              <a:lnSpc>
                <a:spcPct val="100000"/>
              </a:lnSpc>
              <a:spcBef>
                <a:spcPct val="0"/>
              </a:spcBef>
              <a:spcAft>
                <a:spcPct val="0"/>
              </a:spcAft>
              <a:buFont typeface="Wingdings,Sans-Serif" panose="020B0604020202020204" pitchFamily="34" charset="0"/>
              <a:buChar char="q"/>
            </a:pPr>
            <a:endParaRPr lang="en-IN" sz="1800" dirty="0">
              <a:cs typeface="Arial"/>
            </a:endParaRPr>
          </a:p>
          <a:p>
            <a:endParaRPr lang="en-US" dirty="0">
              <a:cs typeface="Arial"/>
            </a:endParaRPr>
          </a:p>
        </p:txBody>
      </p:sp>
      <p:sp>
        <p:nvSpPr>
          <p:cNvPr id="4" name="Date Placeholder 3">
            <a:extLst>
              <a:ext uri="{FF2B5EF4-FFF2-40B4-BE49-F238E27FC236}">
                <a16:creationId xmlns:a16="http://schemas.microsoft.com/office/drawing/2014/main" id="{18BA828C-7BDF-FE9A-ED0A-A5735B0204C8}"/>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6E14EB43-EA24-0899-A1A6-38B94949214B}"/>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8BFE75E7-5E94-51B4-C8AE-C36EA867AE44}"/>
              </a:ext>
            </a:extLst>
          </p:cNvPr>
          <p:cNvSpPr>
            <a:spLocks noGrp="1"/>
          </p:cNvSpPr>
          <p:nvPr>
            <p:ph type="sldNum" sz="quarter" idx="12"/>
          </p:nvPr>
        </p:nvSpPr>
        <p:spPr/>
        <p:txBody>
          <a:bodyPr/>
          <a:lstStyle/>
          <a:p>
            <a:fld id="{38826FC0-333C-E549-9FA3-0EE43DF298A3}" type="slidenum">
              <a:rPr lang="en-US" smtClean="0"/>
              <a:pPr/>
              <a:t>50</a:t>
            </a:fld>
            <a:endParaRPr lang="en-US"/>
          </a:p>
        </p:txBody>
      </p:sp>
    </p:spTree>
    <p:extLst>
      <p:ext uri="{BB962C8B-B14F-4D97-AF65-F5344CB8AC3E}">
        <p14:creationId xmlns:p14="http://schemas.microsoft.com/office/powerpoint/2010/main" val="18784993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1C574-ACF4-D1F9-56D9-F7484AB605E4}"/>
              </a:ext>
            </a:extLst>
          </p:cNvPr>
          <p:cNvSpPr>
            <a:spLocks noGrp="1"/>
          </p:cNvSpPr>
          <p:nvPr>
            <p:ph type="title"/>
          </p:nvPr>
        </p:nvSpPr>
        <p:spPr/>
        <p:txBody>
          <a:bodyPr/>
          <a:lstStyle/>
          <a:p>
            <a:r>
              <a:rPr lang="en-IN"/>
              <a:t>REM</a:t>
            </a:r>
          </a:p>
        </p:txBody>
      </p:sp>
      <p:sp>
        <p:nvSpPr>
          <p:cNvPr id="4" name="Date Placeholder 3">
            <a:extLst>
              <a:ext uri="{FF2B5EF4-FFF2-40B4-BE49-F238E27FC236}">
                <a16:creationId xmlns:a16="http://schemas.microsoft.com/office/drawing/2014/main" id="{332A585C-4700-BD3B-EDF4-0F91BF53BFDB}"/>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36BD34F8-67D7-F57D-289C-BFD47181D047}"/>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99797C6B-F799-CCA5-5CBE-14FDD6EEA2C9}"/>
              </a:ext>
            </a:extLst>
          </p:cNvPr>
          <p:cNvSpPr>
            <a:spLocks noGrp="1"/>
          </p:cNvSpPr>
          <p:nvPr>
            <p:ph type="sldNum" sz="quarter" idx="12"/>
          </p:nvPr>
        </p:nvSpPr>
        <p:spPr/>
        <p:txBody>
          <a:bodyPr/>
          <a:lstStyle/>
          <a:p>
            <a:fld id="{38826FC0-333C-E549-9FA3-0EE43DF298A3}" type="slidenum">
              <a:rPr lang="en-US" smtClean="0"/>
              <a:pPr/>
              <a:t>51</a:t>
            </a:fld>
            <a:endParaRPr lang="en-US"/>
          </a:p>
        </p:txBody>
      </p:sp>
      <p:sp>
        <p:nvSpPr>
          <p:cNvPr id="7" name="TextBox 6">
            <a:extLst>
              <a:ext uri="{FF2B5EF4-FFF2-40B4-BE49-F238E27FC236}">
                <a16:creationId xmlns:a16="http://schemas.microsoft.com/office/drawing/2014/main" id="{B80B5F69-99F3-DE44-056E-53C5BF4EAD89}"/>
              </a:ext>
            </a:extLst>
          </p:cNvPr>
          <p:cNvSpPr txBox="1"/>
          <p:nvPr/>
        </p:nvSpPr>
        <p:spPr>
          <a:xfrm>
            <a:off x="457200" y="868680"/>
            <a:ext cx="11277600" cy="676656"/>
          </a:xfrm>
          <a:prstGeom prst="rect">
            <a:avLst/>
          </a:prstGeom>
          <a:noFill/>
          <a:ln>
            <a:solidFill>
              <a:schemeClr val="accent6">
                <a:lumMod val="10000"/>
              </a:schemeClr>
            </a:solidFill>
          </a:ln>
        </p:spPr>
        <p:txBody>
          <a:bodyPr wrap="square" lIns="0" tIns="0" rIns="0" bIns="0" rtlCol="0">
            <a:noAutofit/>
          </a:bodyPr>
          <a:lstStyle/>
          <a:p>
            <a:pPr>
              <a:lnSpc>
                <a:spcPct val="110000"/>
              </a:lnSpc>
              <a:spcBef>
                <a:spcPts val="600"/>
              </a:spcBef>
            </a:pPr>
            <a:r>
              <a:rPr lang="en-US"/>
              <a:t>Repetitive Manufacturing (REM) is a production method used for continuous, high-volume, repetitive production of the same or very similar products over a long period.</a:t>
            </a:r>
            <a:endParaRPr lang="en-IN" err="1"/>
          </a:p>
        </p:txBody>
      </p:sp>
      <p:sp>
        <p:nvSpPr>
          <p:cNvPr id="8" name="TextBox 7">
            <a:extLst>
              <a:ext uri="{FF2B5EF4-FFF2-40B4-BE49-F238E27FC236}">
                <a16:creationId xmlns:a16="http://schemas.microsoft.com/office/drawing/2014/main" id="{71747197-8C66-ACFB-EB27-4F688DF695D2}"/>
              </a:ext>
            </a:extLst>
          </p:cNvPr>
          <p:cNvSpPr txBox="1"/>
          <p:nvPr/>
        </p:nvSpPr>
        <p:spPr>
          <a:xfrm>
            <a:off x="457200" y="1764791"/>
            <a:ext cx="4443984" cy="4087369"/>
          </a:xfrm>
          <a:prstGeom prst="rect">
            <a:avLst/>
          </a:prstGeom>
          <a:noFill/>
          <a:ln>
            <a:solidFill>
              <a:schemeClr val="accent6">
                <a:lumMod val="10000"/>
              </a:schemeClr>
            </a:solidFill>
          </a:ln>
        </p:spPr>
        <p:txBody>
          <a:bodyPr wrap="square" lIns="0" tIns="0" rIns="0" bIns="0" rtlCol="0">
            <a:noAutofit/>
          </a:bodyPr>
          <a:lstStyle/>
          <a:p>
            <a:r>
              <a:rPr lang="en-IN" b="1"/>
              <a:t>Master Data Required for REM</a:t>
            </a:r>
          </a:p>
          <a:p>
            <a:endParaRPr lang="en-IN"/>
          </a:p>
          <a:p>
            <a:r>
              <a:rPr lang="en-IN"/>
              <a:t>1️⃣ </a:t>
            </a:r>
            <a:r>
              <a:rPr lang="en-IN" b="1"/>
              <a:t>Material Master</a:t>
            </a:r>
          </a:p>
          <a:p>
            <a:r>
              <a:rPr lang="en-IN"/>
              <a:t>Important settings:</a:t>
            </a:r>
          </a:p>
          <a:p>
            <a:r>
              <a:rPr lang="en-IN"/>
              <a:t>MRP Type: PD </a:t>
            </a:r>
          </a:p>
          <a:p>
            <a:r>
              <a:rPr lang="en-IN"/>
              <a:t>Strategy Group: 10 (MTS)</a:t>
            </a:r>
          </a:p>
          <a:p>
            <a:r>
              <a:rPr lang="en-IN"/>
              <a:t>Production Scheduler</a:t>
            </a:r>
          </a:p>
          <a:p>
            <a:r>
              <a:rPr lang="en-IN"/>
              <a:t>REM Profile (MRP4 view)</a:t>
            </a:r>
          </a:p>
          <a:p>
            <a:endParaRPr lang="en-IN"/>
          </a:p>
          <a:p>
            <a:r>
              <a:rPr lang="en-IN"/>
              <a:t>2️⃣ </a:t>
            </a:r>
            <a:r>
              <a:rPr lang="en-IN" b="1"/>
              <a:t>BOM (CS01)</a:t>
            </a:r>
          </a:p>
          <a:p>
            <a:r>
              <a:rPr lang="en-IN"/>
              <a:t>Mandatory</a:t>
            </a:r>
          </a:p>
          <a:p>
            <a:r>
              <a:rPr lang="en-IN"/>
              <a:t>Components usually backflushed</a:t>
            </a:r>
          </a:p>
          <a:p>
            <a:r>
              <a:rPr lang="en-IN"/>
              <a:t>No complex alternatives</a:t>
            </a:r>
          </a:p>
          <a:p>
            <a:pPr algn="l">
              <a:lnSpc>
                <a:spcPct val="110000"/>
              </a:lnSpc>
              <a:spcBef>
                <a:spcPts val="600"/>
              </a:spcBef>
              <a:spcAft>
                <a:spcPts val="0"/>
              </a:spcAft>
            </a:pPr>
            <a:endParaRPr lang="en-IN" err="1"/>
          </a:p>
        </p:txBody>
      </p:sp>
      <p:sp>
        <p:nvSpPr>
          <p:cNvPr id="9" name="TextBox 8">
            <a:extLst>
              <a:ext uri="{FF2B5EF4-FFF2-40B4-BE49-F238E27FC236}">
                <a16:creationId xmlns:a16="http://schemas.microsoft.com/office/drawing/2014/main" id="{A0C77E0D-63B0-F378-87AF-64D2A4F4876C}"/>
              </a:ext>
            </a:extLst>
          </p:cNvPr>
          <p:cNvSpPr txBox="1"/>
          <p:nvPr/>
        </p:nvSpPr>
        <p:spPr>
          <a:xfrm>
            <a:off x="6199632" y="1764791"/>
            <a:ext cx="4818888" cy="4087369"/>
          </a:xfrm>
          <a:prstGeom prst="rect">
            <a:avLst/>
          </a:prstGeom>
          <a:noFill/>
          <a:ln>
            <a:solidFill>
              <a:schemeClr val="accent6">
                <a:lumMod val="10000"/>
              </a:schemeClr>
            </a:solidFill>
          </a:ln>
        </p:spPr>
        <p:txBody>
          <a:bodyPr wrap="square" lIns="0" tIns="0" rIns="0" bIns="0" rtlCol="0">
            <a:noAutofit/>
          </a:bodyPr>
          <a:lstStyle/>
          <a:p>
            <a:r>
              <a:rPr lang="en-IN"/>
              <a:t>3️⃣ </a:t>
            </a:r>
            <a:r>
              <a:rPr lang="en-IN" b="1"/>
              <a:t>Routing (CA01)</a:t>
            </a:r>
          </a:p>
          <a:p>
            <a:r>
              <a:rPr lang="en-IN"/>
              <a:t>Rate Routing</a:t>
            </a:r>
          </a:p>
          <a:p>
            <a:r>
              <a:rPr lang="en-IN"/>
              <a:t>Focus on:</a:t>
            </a:r>
          </a:p>
          <a:p>
            <a:r>
              <a:rPr lang="en-IN"/>
              <a:t>Cycle time</a:t>
            </a:r>
          </a:p>
          <a:p>
            <a:r>
              <a:rPr lang="en-IN"/>
              <a:t>Line setup</a:t>
            </a:r>
          </a:p>
          <a:p>
            <a:r>
              <a:rPr lang="en-IN"/>
              <a:t>No detailed operation confirmation like CO11N</a:t>
            </a:r>
          </a:p>
          <a:p>
            <a:endParaRPr lang="en-IN"/>
          </a:p>
          <a:p>
            <a:r>
              <a:rPr lang="en-IN"/>
              <a:t>4️⃣ </a:t>
            </a:r>
            <a:r>
              <a:rPr lang="en-IN" b="1"/>
              <a:t>Production Version</a:t>
            </a:r>
          </a:p>
          <a:p>
            <a:r>
              <a:rPr lang="en-IN"/>
              <a:t>Links BOM + Routing</a:t>
            </a:r>
          </a:p>
          <a:p>
            <a:r>
              <a:rPr lang="en-IN"/>
              <a:t>Mandatory for REM</a:t>
            </a:r>
          </a:p>
          <a:p>
            <a:endParaRPr lang="en-IN"/>
          </a:p>
          <a:p>
            <a:pPr algn="l">
              <a:lnSpc>
                <a:spcPct val="110000"/>
              </a:lnSpc>
              <a:spcBef>
                <a:spcPts val="600"/>
              </a:spcBef>
              <a:spcAft>
                <a:spcPts val="0"/>
              </a:spcAft>
            </a:pPr>
            <a:endParaRPr lang="en-IN" err="1"/>
          </a:p>
        </p:txBody>
      </p:sp>
    </p:spTree>
    <p:extLst>
      <p:ext uri="{BB962C8B-B14F-4D97-AF65-F5344CB8AC3E}">
        <p14:creationId xmlns:p14="http://schemas.microsoft.com/office/powerpoint/2010/main" val="489489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1E9AA15-E194-728E-B399-B3BC6326AD38}"/>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6A424D2E-D8E5-FC07-557B-CA026D05D9B3}"/>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15ECCFF9-B15A-3078-55BD-4F46D0D6C330}"/>
              </a:ext>
            </a:extLst>
          </p:cNvPr>
          <p:cNvSpPr>
            <a:spLocks noGrp="1"/>
          </p:cNvSpPr>
          <p:nvPr>
            <p:ph type="sldNum" sz="quarter" idx="12"/>
          </p:nvPr>
        </p:nvSpPr>
        <p:spPr/>
        <p:txBody>
          <a:bodyPr/>
          <a:lstStyle/>
          <a:p>
            <a:fld id="{38826FC0-333C-E549-9FA3-0EE43DF298A3}" type="slidenum">
              <a:rPr lang="en-US" smtClean="0"/>
              <a:pPr/>
              <a:t>52</a:t>
            </a:fld>
            <a:endParaRPr lang="en-US"/>
          </a:p>
        </p:txBody>
      </p:sp>
      <p:sp>
        <p:nvSpPr>
          <p:cNvPr id="7" name="TextBox 6">
            <a:extLst>
              <a:ext uri="{FF2B5EF4-FFF2-40B4-BE49-F238E27FC236}">
                <a16:creationId xmlns:a16="http://schemas.microsoft.com/office/drawing/2014/main" id="{640136B8-03B4-A392-C299-25D6E067CA6E}"/>
              </a:ext>
            </a:extLst>
          </p:cNvPr>
          <p:cNvSpPr txBox="1"/>
          <p:nvPr/>
        </p:nvSpPr>
        <p:spPr>
          <a:xfrm>
            <a:off x="457200" y="969264"/>
            <a:ext cx="4645152" cy="4361688"/>
          </a:xfrm>
          <a:prstGeom prst="rect">
            <a:avLst/>
          </a:prstGeom>
          <a:noFill/>
          <a:ln>
            <a:solidFill>
              <a:schemeClr val="accent6">
                <a:lumMod val="10000"/>
              </a:schemeClr>
            </a:solidFill>
          </a:ln>
        </p:spPr>
        <p:txBody>
          <a:bodyPr wrap="square" lIns="0" tIns="0" rIns="0" bIns="0" rtlCol="0">
            <a:noAutofit/>
          </a:bodyPr>
          <a:lstStyle/>
          <a:p>
            <a:r>
              <a:rPr lang="en-US"/>
              <a:t>End-to-End REM Process Flow</a:t>
            </a:r>
          </a:p>
          <a:p>
            <a:r>
              <a:rPr lang="en-US"/>
              <a:t>1️⃣ </a:t>
            </a:r>
            <a:r>
              <a:rPr lang="en-US" b="1"/>
              <a:t>Demand Planning</a:t>
            </a:r>
          </a:p>
          <a:p>
            <a:r>
              <a:rPr lang="en-US"/>
              <a:t>Create PIR (MD61)</a:t>
            </a:r>
          </a:p>
          <a:p>
            <a:r>
              <a:rPr lang="en-US"/>
              <a:t>Demand comes from forecast or sales</a:t>
            </a:r>
          </a:p>
          <a:p>
            <a:endParaRPr lang="en-US"/>
          </a:p>
          <a:p>
            <a:r>
              <a:rPr lang="en-US"/>
              <a:t>2️⃣ </a:t>
            </a:r>
            <a:r>
              <a:rPr lang="en-US" b="1"/>
              <a:t>MRP Run</a:t>
            </a:r>
          </a:p>
          <a:p>
            <a:r>
              <a:rPr lang="en-US"/>
              <a:t>T-code: MD01 / MD02</a:t>
            </a:r>
          </a:p>
          <a:p>
            <a:r>
              <a:rPr lang="en-US"/>
              <a:t>Result:</a:t>
            </a:r>
          </a:p>
          <a:p>
            <a:r>
              <a:rPr lang="en-US"/>
              <a:t>No planned orders</a:t>
            </a:r>
          </a:p>
          <a:p>
            <a:r>
              <a:rPr lang="en-US"/>
              <a:t>Only planned quantities</a:t>
            </a:r>
          </a:p>
          <a:p>
            <a:endParaRPr lang="en-US"/>
          </a:p>
          <a:p>
            <a:r>
              <a:rPr lang="en-US"/>
              <a:t>3️⃣ </a:t>
            </a:r>
            <a:r>
              <a:rPr lang="en-US" b="1"/>
              <a:t>REM Planning Table</a:t>
            </a:r>
          </a:p>
          <a:p>
            <a:r>
              <a:rPr lang="en-US"/>
              <a:t>T-code: MF50</a:t>
            </a:r>
          </a:p>
          <a:p>
            <a:r>
              <a:rPr lang="en-US"/>
              <a:t>Decide:</a:t>
            </a:r>
          </a:p>
          <a:p>
            <a:r>
              <a:rPr lang="en-US"/>
              <a:t>How much to produce per day</a:t>
            </a:r>
          </a:p>
          <a:p>
            <a:r>
              <a:rPr lang="en-US"/>
              <a:t>On which production line</a:t>
            </a:r>
          </a:p>
          <a:p>
            <a:endParaRPr lang="en-US"/>
          </a:p>
          <a:p>
            <a:pPr algn="l">
              <a:lnSpc>
                <a:spcPct val="110000"/>
              </a:lnSpc>
              <a:spcBef>
                <a:spcPts val="600"/>
              </a:spcBef>
              <a:spcAft>
                <a:spcPts val="0"/>
              </a:spcAft>
            </a:pPr>
            <a:endParaRPr lang="en-IN" err="1"/>
          </a:p>
        </p:txBody>
      </p:sp>
      <p:sp>
        <p:nvSpPr>
          <p:cNvPr id="8" name="TextBox 7">
            <a:extLst>
              <a:ext uri="{FF2B5EF4-FFF2-40B4-BE49-F238E27FC236}">
                <a16:creationId xmlns:a16="http://schemas.microsoft.com/office/drawing/2014/main" id="{0396B304-961B-D824-1D3E-0CA243C662D0}"/>
              </a:ext>
            </a:extLst>
          </p:cNvPr>
          <p:cNvSpPr txBox="1"/>
          <p:nvPr/>
        </p:nvSpPr>
        <p:spPr>
          <a:xfrm>
            <a:off x="6318504" y="969264"/>
            <a:ext cx="4974336" cy="4361688"/>
          </a:xfrm>
          <a:prstGeom prst="rect">
            <a:avLst/>
          </a:prstGeom>
          <a:noFill/>
          <a:ln>
            <a:solidFill>
              <a:schemeClr val="accent6">
                <a:lumMod val="10000"/>
              </a:schemeClr>
            </a:solidFill>
          </a:ln>
        </p:spPr>
        <p:txBody>
          <a:bodyPr wrap="square" lIns="0" tIns="0" rIns="0" bIns="0" rtlCol="0">
            <a:noAutofit/>
          </a:bodyPr>
          <a:lstStyle/>
          <a:p>
            <a:r>
              <a:rPr lang="en-US" dirty="0"/>
              <a:t>4️⃣ </a:t>
            </a:r>
            <a:r>
              <a:rPr lang="en-US" b="1" dirty="0"/>
              <a:t>Production Execution</a:t>
            </a:r>
          </a:p>
          <a:p>
            <a:r>
              <a:rPr lang="en-US" dirty="0"/>
              <a:t>Produce quantity physically</a:t>
            </a:r>
          </a:p>
          <a:p>
            <a:r>
              <a:rPr lang="en-US" dirty="0"/>
              <a:t>No order release needed</a:t>
            </a:r>
          </a:p>
          <a:p>
            <a:endParaRPr lang="en-US" dirty="0"/>
          </a:p>
          <a:p>
            <a:r>
              <a:rPr lang="en-US" dirty="0"/>
              <a:t>5️⃣ </a:t>
            </a:r>
            <a:r>
              <a:rPr lang="en-US" b="1" dirty="0"/>
              <a:t>Confirmation &amp; Backflush</a:t>
            </a:r>
          </a:p>
          <a:p>
            <a:r>
              <a:rPr lang="en-US" dirty="0"/>
              <a:t>T-code: MFBF</a:t>
            </a:r>
          </a:p>
          <a:p>
            <a:r>
              <a:rPr lang="en-US" dirty="0"/>
              <a:t>System does:</a:t>
            </a:r>
          </a:p>
          <a:p>
            <a:r>
              <a:rPr lang="en-US" dirty="0"/>
              <a:t>Confirm production quantity</a:t>
            </a:r>
          </a:p>
          <a:p>
            <a:r>
              <a:rPr lang="en-US" dirty="0"/>
              <a:t>Goods Issue (components)</a:t>
            </a:r>
          </a:p>
          <a:p>
            <a:r>
              <a:rPr lang="en-US" dirty="0"/>
              <a:t>Goods Receipt (finished goods)</a:t>
            </a:r>
            <a:endParaRPr lang="en-IN" dirty="0"/>
          </a:p>
        </p:txBody>
      </p:sp>
    </p:spTree>
    <p:extLst>
      <p:ext uri="{BB962C8B-B14F-4D97-AF65-F5344CB8AC3E}">
        <p14:creationId xmlns:p14="http://schemas.microsoft.com/office/powerpoint/2010/main" val="40624657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CF0CAE-E42F-1146-FDCD-5070E203EE5D}"/>
              </a:ext>
            </a:extLst>
          </p:cNvPr>
          <p:cNvSpPr>
            <a:spLocks noGrp="1"/>
          </p:cNvSpPr>
          <p:nvPr>
            <p:ph type="title"/>
          </p:nvPr>
        </p:nvSpPr>
        <p:spPr>
          <a:xfrm>
            <a:off x="457200" y="329184"/>
            <a:ext cx="11277600" cy="443198"/>
          </a:xfrm>
        </p:spPr>
        <p:txBody>
          <a:bodyPr/>
          <a:lstStyle/>
          <a:p>
            <a:r>
              <a:rPr lang="en-US" sz="3200" u="sng">
                <a:solidFill>
                  <a:srgbClr val="C00000"/>
                </a:solidFill>
                <a:latin typeface="Times New Roman" panose="02020603050405020304" pitchFamily="18" charset="0"/>
                <a:cs typeface="Times New Roman" panose="02020603050405020304" pitchFamily="18" charset="0"/>
              </a:rPr>
              <a:t>Software Development Life Cycle (SDLC)</a:t>
            </a:r>
          </a:p>
        </p:txBody>
      </p:sp>
      <p:sp>
        <p:nvSpPr>
          <p:cNvPr id="6" name="Slide Number Placeholder 5">
            <a:extLst>
              <a:ext uri="{FF2B5EF4-FFF2-40B4-BE49-F238E27FC236}">
                <a16:creationId xmlns:a16="http://schemas.microsoft.com/office/drawing/2014/main" id="{CE198502-D213-34F6-F23E-23CF3D6C6FD6}"/>
              </a:ext>
            </a:extLst>
          </p:cNvPr>
          <p:cNvSpPr>
            <a:spLocks noGrp="1"/>
          </p:cNvSpPr>
          <p:nvPr>
            <p:ph type="sldNum" sz="quarter" idx="12"/>
          </p:nvPr>
        </p:nvSpPr>
        <p:spPr/>
        <p:txBody>
          <a:bodyPr/>
          <a:lstStyle/>
          <a:p>
            <a:fld id="{38826FC0-333C-E549-9FA3-0EE43DF298A3}" type="slidenum">
              <a:rPr lang="en-US" smtClean="0"/>
              <a:pPr/>
              <a:t>53</a:t>
            </a:fld>
            <a:endParaRPr lang="en-US"/>
          </a:p>
        </p:txBody>
      </p:sp>
      <p:sp>
        <p:nvSpPr>
          <p:cNvPr id="9" name="Content Placeholder 8">
            <a:extLst>
              <a:ext uri="{FF2B5EF4-FFF2-40B4-BE49-F238E27FC236}">
                <a16:creationId xmlns:a16="http://schemas.microsoft.com/office/drawing/2014/main" id="{68F3EB3A-84CA-1872-AAB3-A5B7B428E169}"/>
              </a:ext>
            </a:extLst>
          </p:cNvPr>
          <p:cNvSpPr>
            <a:spLocks noGrp="1"/>
          </p:cNvSpPr>
          <p:nvPr>
            <p:ph idx="1"/>
          </p:nvPr>
        </p:nvSpPr>
        <p:spPr>
          <a:xfrm>
            <a:off x="457200" y="945582"/>
            <a:ext cx="10652760" cy="3800154"/>
          </a:xfrm>
        </p:spPr>
        <p:txBody>
          <a:bodyPr/>
          <a:lstStyle/>
          <a:p>
            <a:pPr marL="0" indent="0">
              <a:buNone/>
            </a:pPr>
            <a:r>
              <a:rPr lang="en-US">
                <a:latin typeface="Times New Roman" panose="02020603050405020304" pitchFamily="18" charset="0"/>
                <a:cs typeface="Times New Roman" panose="02020603050405020304" pitchFamily="18" charset="0"/>
              </a:rPr>
              <a:t>1</a:t>
            </a:r>
            <a:r>
              <a:rPr lang="en-US" sz="2000">
                <a:latin typeface="Times New Roman" panose="02020603050405020304" pitchFamily="18" charset="0"/>
                <a:cs typeface="Times New Roman" panose="02020603050405020304" pitchFamily="18" charset="0"/>
              </a:rPr>
              <a:t>. </a:t>
            </a:r>
            <a:r>
              <a:rPr lang="en-US" sz="2000" u="sng">
                <a:latin typeface="Times New Roman" panose="02020603050405020304" pitchFamily="18" charset="0"/>
                <a:cs typeface="Times New Roman" panose="02020603050405020304" pitchFamily="18" charset="0"/>
              </a:rPr>
              <a:t>Requirement Analysis</a:t>
            </a:r>
          </a:p>
          <a:p>
            <a:pPr lvl="1"/>
            <a:r>
              <a:rPr lang="en-US">
                <a:latin typeface="Times New Roman" panose="02020603050405020304" pitchFamily="18" charset="0"/>
                <a:cs typeface="Times New Roman" panose="02020603050405020304" pitchFamily="18" charset="0"/>
              </a:rPr>
              <a:t>Gather and understand business requirements for Production Planning.</a:t>
            </a:r>
          </a:p>
          <a:p>
            <a:pPr lvl="1"/>
            <a:r>
              <a:rPr lang="en-US">
                <a:latin typeface="Times New Roman" panose="02020603050405020304" pitchFamily="18" charset="0"/>
                <a:cs typeface="Times New Roman" panose="02020603050405020304" pitchFamily="18" charset="0"/>
              </a:rPr>
              <a:t>Identify planning strategies (MTS / MTO), BOM structure, routing needs, work centers, and capacity planning requirements.</a:t>
            </a:r>
          </a:p>
          <a:p>
            <a:pPr lvl="1"/>
            <a:r>
              <a:rPr lang="en-US">
                <a:latin typeface="Times New Roman" panose="02020603050405020304" pitchFamily="18" charset="0"/>
                <a:cs typeface="Times New Roman" panose="02020603050405020304" pitchFamily="18" charset="0"/>
              </a:rPr>
              <a:t>Understand integration requirements with MM and SD.</a:t>
            </a:r>
          </a:p>
          <a:p>
            <a:pPr lvl="1"/>
            <a:r>
              <a:rPr lang="en-US">
                <a:latin typeface="Times New Roman" panose="02020603050405020304" pitchFamily="18" charset="0"/>
                <a:cs typeface="Times New Roman" panose="02020603050405020304" pitchFamily="18" charset="0"/>
              </a:rPr>
              <a:t>Example: Decide how MRP should plan materials and capacities.</a:t>
            </a:r>
          </a:p>
          <a:p>
            <a:pPr marL="0" indent="0">
              <a:buNone/>
            </a:pPr>
            <a:r>
              <a:rPr lang="en-US" sz="2000">
                <a:latin typeface="Times New Roman" panose="02020603050405020304" pitchFamily="18" charset="0"/>
                <a:cs typeface="Times New Roman" panose="02020603050405020304" pitchFamily="18" charset="0"/>
              </a:rPr>
              <a:t>2. </a:t>
            </a:r>
            <a:r>
              <a:rPr lang="en-US" sz="2000" u="sng">
                <a:latin typeface="Times New Roman" panose="02020603050405020304" pitchFamily="18" charset="0"/>
                <a:cs typeface="Times New Roman" panose="02020603050405020304" pitchFamily="18" charset="0"/>
              </a:rPr>
              <a:t>Design</a:t>
            </a:r>
          </a:p>
          <a:p>
            <a:pPr lvl="1"/>
            <a:r>
              <a:rPr lang="en-US">
                <a:latin typeface="Times New Roman" panose="02020603050405020304" pitchFamily="18" charset="0"/>
                <a:cs typeface="Times New Roman" panose="02020603050405020304" pitchFamily="18" charset="0"/>
              </a:rPr>
              <a:t>Create functional specifications for PP processes.</a:t>
            </a:r>
          </a:p>
          <a:p>
            <a:pPr lvl="1"/>
            <a:r>
              <a:rPr lang="en-US">
                <a:latin typeface="Times New Roman" panose="02020603050405020304" pitchFamily="18" charset="0"/>
                <a:cs typeface="Times New Roman" panose="02020603050405020304" pitchFamily="18" charset="0"/>
              </a:rPr>
              <a:t>Design MRP parameters, production versions, scheduling settings, and integration flow with MM and SD.</a:t>
            </a:r>
          </a:p>
          <a:p>
            <a:pPr lvl="1"/>
            <a:r>
              <a:rPr lang="en-US">
                <a:latin typeface="Times New Roman" panose="02020603050405020304" pitchFamily="18" charset="0"/>
                <a:cs typeface="Times New Roman" panose="02020603050405020304" pitchFamily="18" charset="0"/>
              </a:rPr>
              <a:t>Example: Define how demand from SD flows into PP and how procurement is triggered.</a:t>
            </a:r>
          </a:p>
          <a:p>
            <a:pPr marL="0" indent="0">
              <a:buNone/>
            </a:pPr>
            <a:r>
              <a:rPr lang="en-US" sz="2000">
                <a:latin typeface="Times New Roman" panose="02020603050405020304" pitchFamily="18" charset="0"/>
                <a:cs typeface="Times New Roman" panose="02020603050405020304" pitchFamily="18" charset="0"/>
              </a:rPr>
              <a:t>3. </a:t>
            </a:r>
            <a:r>
              <a:rPr lang="en-US" sz="2000" u="sng">
                <a:latin typeface="Times New Roman" panose="02020603050405020304" pitchFamily="18" charset="0"/>
                <a:cs typeface="Times New Roman" panose="02020603050405020304" pitchFamily="18" charset="0"/>
              </a:rPr>
              <a:t>Development</a:t>
            </a:r>
          </a:p>
          <a:p>
            <a:pPr lvl="1"/>
            <a:r>
              <a:rPr lang="en-US">
                <a:latin typeface="Times New Roman" panose="02020603050405020304" pitchFamily="18" charset="0"/>
                <a:cs typeface="Times New Roman" panose="02020603050405020304" pitchFamily="18" charset="0"/>
              </a:rPr>
              <a:t>Configure SAP PP in the system using IMG settings.</a:t>
            </a:r>
          </a:p>
          <a:p>
            <a:pPr lvl="1"/>
            <a:r>
              <a:rPr lang="en-US">
                <a:latin typeface="Times New Roman" panose="02020603050405020304" pitchFamily="18" charset="0"/>
                <a:cs typeface="Times New Roman" panose="02020603050405020304" pitchFamily="18" charset="0"/>
              </a:rPr>
              <a:t>Create Material Master, BOM, Routing, Work Centers, and Production Versions.</a:t>
            </a:r>
          </a:p>
          <a:p>
            <a:pPr lvl="1"/>
            <a:r>
              <a:rPr lang="en-US">
                <a:latin typeface="Times New Roman" panose="02020603050405020304" pitchFamily="18" charset="0"/>
                <a:cs typeface="Times New Roman" panose="02020603050405020304" pitchFamily="18" charset="0"/>
              </a:rPr>
              <a:t>Develop custom reports or enhancements if standard SAP does not meet business needs.</a:t>
            </a:r>
          </a:p>
          <a:p>
            <a:pPr marL="0" indent="0">
              <a:buNone/>
            </a:pPr>
            <a:r>
              <a:rPr lang="en-US" sz="2000">
                <a:latin typeface="Times New Roman" panose="02020603050405020304" pitchFamily="18" charset="0"/>
                <a:cs typeface="Times New Roman" panose="02020603050405020304" pitchFamily="18" charset="0"/>
              </a:rPr>
              <a:t>4. </a:t>
            </a:r>
            <a:r>
              <a:rPr lang="en-US" sz="2000" u="sng">
                <a:latin typeface="Times New Roman" panose="02020603050405020304" pitchFamily="18" charset="0"/>
                <a:cs typeface="Times New Roman" panose="02020603050405020304" pitchFamily="18" charset="0"/>
              </a:rPr>
              <a:t>Testing</a:t>
            </a:r>
          </a:p>
          <a:p>
            <a:pPr lvl="1"/>
            <a:r>
              <a:rPr lang="en-US">
                <a:latin typeface="Times New Roman" panose="02020603050405020304" pitchFamily="18" charset="0"/>
                <a:cs typeface="Times New Roman" panose="02020603050405020304" pitchFamily="18" charset="0"/>
              </a:rPr>
              <a:t>Perform Unit Testing, Integration Testing, and User Acceptance Testing (UAT).</a:t>
            </a:r>
          </a:p>
          <a:p>
            <a:pPr lvl="1"/>
            <a:r>
              <a:rPr lang="en-US">
                <a:latin typeface="Times New Roman" panose="02020603050405020304" pitchFamily="18" charset="0"/>
                <a:cs typeface="Times New Roman" panose="02020603050405020304" pitchFamily="18" charset="0"/>
              </a:rPr>
              <a:t>Test MRP runs (MD01), planned orders, production orders, confirmations, and backflush.</a:t>
            </a:r>
          </a:p>
          <a:p>
            <a:pPr lvl="1"/>
            <a:r>
              <a:rPr lang="en-US">
                <a:latin typeface="Times New Roman" panose="02020603050405020304" pitchFamily="18" charset="0"/>
                <a:cs typeface="Times New Roman" panose="02020603050405020304" pitchFamily="18" charset="0"/>
              </a:rPr>
              <a:t>Validate integration with MM (component availability) and SD (sales orders).</a:t>
            </a:r>
          </a:p>
          <a:p>
            <a:endParaRPr lang="en-US" sz="1400"/>
          </a:p>
          <a:p>
            <a:endParaRPr lang="en-US" sz="1400"/>
          </a:p>
          <a:p>
            <a:endParaRPr lang="en-IN" sz="1200"/>
          </a:p>
        </p:txBody>
      </p:sp>
    </p:spTree>
    <p:extLst>
      <p:ext uri="{BB962C8B-B14F-4D97-AF65-F5344CB8AC3E}">
        <p14:creationId xmlns:p14="http://schemas.microsoft.com/office/powerpoint/2010/main" val="2641658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67992A-0F32-ADF2-F886-6E04F9EA1787}"/>
              </a:ext>
            </a:extLst>
          </p:cNvPr>
          <p:cNvSpPr>
            <a:spLocks noGrp="1"/>
          </p:cNvSpPr>
          <p:nvPr>
            <p:ph idx="1"/>
          </p:nvPr>
        </p:nvSpPr>
        <p:spPr>
          <a:xfrm>
            <a:off x="265176" y="228600"/>
            <a:ext cx="11277600" cy="4663440"/>
          </a:xfrm>
        </p:spPr>
        <p:txBody>
          <a:bodyPr/>
          <a:lstStyle/>
          <a:p>
            <a:pPr marL="0" indent="0">
              <a:buNone/>
            </a:pPr>
            <a:r>
              <a:rPr lang="en-US" sz="2400">
                <a:latin typeface="Times New Roman" panose="02020603050405020304" pitchFamily="18" charset="0"/>
                <a:cs typeface="Times New Roman" panose="02020603050405020304" pitchFamily="18" charset="0"/>
              </a:rPr>
              <a:t>5. </a:t>
            </a:r>
            <a:r>
              <a:rPr lang="en-US" sz="2400" u="sng">
                <a:latin typeface="Times New Roman" panose="02020603050405020304" pitchFamily="18" charset="0"/>
                <a:cs typeface="Times New Roman" panose="02020603050405020304" pitchFamily="18" charset="0"/>
              </a:rPr>
              <a:t>Deployment &amp; Maintenance</a:t>
            </a:r>
          </a:p>
          <a:p>
            <a:pPr lvl="1"/>
            <a:r>
              <a:rPr lang="en-US" sz="1600">
                <a:latin typeface="Times New Roman" panose="02020603050405020304" pitchFamily="18" charset="0"/>
                <a:cs typeface="Times New Roman" panose="02020603050405020304" pitchFamily="18" charset="0"/>
              </a:rPr>
              <a:t>Move configurations to production system.</a:t>
            </a:r>
          </a:p>
          <a:p>
            <a:pPr lvl="1"/>
            <a:r>
              <a:rPr lang="en-US" sz="1600">
                <a:latin typeface="Times New Roman" panose="02020603050405020304" pitchFamily="18" charset="0"/>
                <a:cs typeface="Times New Roman" panose="02020603050405020304" pitchFamily="18" charset="0"/>
              </a:rPr>
              <a:t>Support end users, monitor production issues, and resolve errors.</a:t>
            </a:r>
          </a:p>
          <a:p>
            <a:pPr lvl="1"/>
            <a:r>
              <a:rPr lang="en-US" sz="1600">
                <a:latin typeface="Times New Roman" panose="02020603050405020304" pitchFamily="18" charset="0"/>
                <a:cs typeface="Times New Roman" panose="02020603050405020304" pitchFamily="18" charset="0"/>
              </a:rPr>
              <a:t>Handle change requests for new planning strategies, BOM updates, or capacity adjustments.</a:t>
            </a:r>
          </a:p>
          <a:p>
            <a:pPr lvl="1"/>
            <a:endParaRPr lang="en-US">
              <a:latin typeface="Times New Roman" panose="02020603050405020304" pitchFamily="18" charset="0"/>
              <a:cs typeface="Times New Roman" panose="02020603050405020304" pitchFamily="18" charset="0"/>
            </a:endParaRPr>
          </a:p>
          <a:p>
            <a:pPr marL="0" indent="0">
              <a:buNone/>
            </a:pPr>
            <a:r>
              <a:rPr lang="en-US" sz="2800" b="1" u="sng">
                <a:solidFill>
                  <a:srgbClr val="B81F2D"/>
                </a:solidFill>
                <a:latin typeface="Times New Roman" panose="02020603050405020304" pitchFamily="18" charset="0"/>
                <a:cs typeface="Times New Roman" panose="02020603050405020304" pitchFamily="18" charset="0"/>
              </a:rPr>
              <a:t>Agile Methodology</a:t>
            </a:r>
          </a:p>
          <a:p>
            <a:r>
              <a:rPr lang="en-US" sz="1800">
                <a:latin typeface="Times New Roman" panose="02020603050405020304" pitchFamily="18" charset="0"/>
                <a:cs typeface="Times New Roman" panose="02020603050405020304" pitchFamily="18" charset="0"/>
              </a:rPr>
              <a:t>Implementation is done in small phases (sprints) instead of one long cycle.</a:t>
            </a:r>
          </a:p>
          <a:p>
            <a:r>
              <a:rPr lang="en-US" sz="1800">
                <a:latin typeface="Times New Roman" panose="02020603050405020304" pitchFamily="18" charset="0"/>
                <a:cs typeface="Times New Roman" panose="02020603050405020304" pitchFamily="18" charset="0"/>
              </a:rPr>
              <a:t>Business users provide continuous feedback after each sprint.</a:t>
            </a:r>
          </a:p>
          <a:p>
            <a:r>
              <a:rPr lang="en-US" sz="1800">
                <a:latin typeface="Times New Roman" panose="02020603050405020304" pitchFamily="18" charset="0"/>
                <a:cs typeface="Times New Roman" panose="02020603050405020304" pitchFamily="18" charset="0"/>
              </a:rPr>
              <a:t>Changes are easy to accommodate during the project.</a:t>
            </a:r>
          </a:p>
          <a:p>
            <a:r>
              <a:rPr lang="en-US" sz="1800">
                <a:latin typeface="Times New Roman" panose="02020603050405020304" pitchFamily="18" charset="0"/>
                <a:cs typeface="Times New Roman" panose="02020603050405020304" pitchFamily="18" charset="0"/>
              </a:rPr>
              <a:t>Faster delivery of usable functionality.</a:t>
            </a:r>
          </a:p>
          <a:p>
            <a:r>
              <a:rPr lang="en-US" sz="1800">
                <a:latin typeface="Times New Roman" panose="02020603050405020304" pitchFamily="18" charset="0"/>
                <a:cs typeface="Times New Roman" panose="02020603050405020304" pitchFamily="18" charset="0"/>
              </a:rPr>
              <a:t>Example:</a:t>
            </a:r>
          </a:p>
          <a:p>
            <a:r>
              <a:rPr lang="en-US" sz="1800">
                <a:latin typeface="Times New Roman" panose="02020603050405020304" pitchFamily="18" charset="0"/>
                <a:cs typeface="Times New Roman" panose="02020603050405020304" pitchFamily="18" charset="0"/>
              </a:rPr>
              <a:t>SAP PP is implemented step by step:</a:t>
            </a:r>
          </a:p>
          <a:p>
            <a:r>
              <a:rPr lang="en-US" sz="1800">
                <a:latin typeface="Times New Roman" panose="02020603050405020304" pitchFamily="18" charset="0"/>
                <a:cs typeface="Times New Roman" panose="02020603050405020304" pitchFamily="18" charset="0"/>
              </a:rPr>
              <a:t>Sprint 1 → Material Master &amp; BOM</a:t>
            </a:r>
          </a:p>
          <a:p>
            <a:r>
              <a:rPr lang="en-US" sz="1800">
                <a:latin typeface="Times New Roman" panose="02020603050405020304" pitchFamily="18" charset="0"/>
                <a:cs typeface="Times New Roman" panose="02020603050405020304" pitchFamily="18" charset="0"/>
              </a:rPr>
              <a:t>Sprint 2 → Routing &amp; Work Centers</a:t>
            </a:r>
          </a:p>
          <a:p>
            <a:r>
              <a:rPr lang="en-US" sz="1800">
                <a:latin typeface="Times New Roman" panose="02020603050405020304" pitchFamily="18" charset="0"/>
                <a:cs typeface="Times New Roman" panose="02020603050405020304" pitchFamily="18" charset="0"/>
              </a:rPr>
              <a:t>Sprint 3 → MRP &amp; Production Orders</a:t>
            </a:r>
          </a:p>
          <a:p>
            <a:endParaRPr lang="en-IN">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4221363-5BCD-F1FC-4D61-982AF2C4C317}"/>
              </a:ext>
            </a:extLst>
          </p:cNvPr>
          <p:cNvSpPr>
            <a:spLocks noGrp="1"/>
          </p:cNvSpPr>
          <p:nvPr>
            <p:ph type="dt" sz="half" idx="10"/>
          </p:nvPr>
        </p:nvSpPr>
        <p:spPr/>
        <p:txBody>
          <a:bodyPr/>
          <a:lstStyle/>
          <a:p>
            <a:fld id="{0EE96E1D-5B60-4BD9-8B64-C4443EAF10F3}" type="datetime1">
              <a:rPr lang="en-US" smtClean="0"/>
              <a:t>2/24/2026</a:t>
            </a:fld>
            <a:endParaRPr lang="en-US"/>
          </a:p>
        </p:txBody>
      </p:sp>
      <p:sp>
        <p:nvSpPr>
          <p:cNvPr id="5" name="Footer Placeholder 4">
            <a:extLst>
              <a:ext uri="{FF2B5EF4-FFF2-40B4-BE49-F238E27FC236}">
                <a16:creationId xmlns:a16="http://schemas.microsoft.com/office/drawing/2014/main" id="{5F39D06A-E3BB-63A5-FCF0-E295245C81C8}"/>
              </a:ext>
            </a:extLst>
          </p:cNvPr>
          <p:cNvSpPr>
            <a:spLocks noGrp="1"/>
          </p:cNvSpPr>
          <p:nvPr>
            <p:ph type="ftr" sz="quarter" idx="11"/>
          </p:nvPr>
        </p:nvSpPr>
        <p:spPr/>
        <p:txBody>
          <a:bodyPr/>
          <a:lstStyle/>
          <a:p>
            <a:r>
              <a:rPr lang="en-US"/>
              <a:t>© 2025–2027 Cognizant | Private</a:t>
            </a:r>
          </a:p>
        </p:txBody>
      </p:sp>
      <p:sp>
        <p:nvSpPr>
          <p:cNvPr id="6" name="Slide Number Placeholder 5">
            <a:extLst>
              <a:ext uri="{FF2B5EF4-FFF2-40B4-BE49-F238E27FC236}">
                <a16:creationId xmlns:a16="http://schemas.microsoft.com/office/drawing/2014/main" id="{07874A06-5C9D-7A26-F670-DD570034A13E}"/>
              </a:ext>
            </a:extLst>
          </p:cNvPr>
          <p:cNvSpPr>
            <a:spLocks noGrp="1"/>
          </p:cNvSpPr>
          <p:nvPr>
            <p:ph type="sldNum" sz="quarter" idx="12"/>
          </p:nvPr>
        </p:nvSpPr>
        <p:spPr/>
        <p:txBody>
          <a:bodyPr/>
          <a:lstStyle/>
          <a:p>
            <a:fld id="{38826FC0-333C-E549-9FA3-0EE43DF298A3}" type="slidenum">
              <a:rPr lang="en-US" smtClean="0"/>
              <a:pPr/>
              <a:t>54</a:t>
            </a:fld>
            <a:endParaRPr lang="en-US"/>
          </a:p>
        </p:txBody>
      </p:sp>
      <p:pic>
        <p:nvPicPr>
          <p:cNvPr id="8" name="Picture 7">
            <a:extLst>
              <a:ext uri="{FF2B5EF4-FFF2-40B4-BE49-F238E27FC236}">
                <a16:creationId xmlns:a16="http://schemas.microsoft.com/office/drawing/2014/main" id="{BC8F17EC-2C6A-312A-F046-DB216F98281A}"/>
              </a:ext>
            </a:extLst>
          </p:cNvPr>
          <p:cNvPicPr>
            <a:picLocks noChangeAspect="1"/>
          </p:cNvPicPr>
          <p:nvPr/>
        </p:nvPicPr>
        <p:blipFill>
          <a:blip r:embed="rId2"/>
          <a:stretch>
            <a:fillRect/>
          </a:stretch>
        </p:blipFill>
        <p:spPr>
          <a:xfrm>
            <a:off x="7251192" y="2560320"/>
            <a:ext cx="4940808" cy="3764425"/>
          </a:xfrm>
          <a:prstGeom prst="rect">
            <a:avLst/>
          </a:prstGeom>
        </p:spPr>
      </p:pic>
    </p:spTree>
    <p:extLst>
      <p:ext uri="{BB962C8B-B14F-4D97-AF65-F5344CB8AC3E}">
        <p14:creationId xmlns:p14="http://schemas.microsoft.com/office/powerpoint/2010/main" val="19224002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3A0AD-3C17-7EB9-3BFD-36A882CDA19D}"/>
              </a:ext>
            </a:extLst>
          </p:cNvPr>
          <p:cNvSpPr>
            <a:spLocks noGrp="1"/>
          </p:cNvSpPr>
          <p:nvPr>
            <p:ph type="ctrTitle"/>
          </p:nvPr>
        </p:nvSpPr>
        <p:spPr>
          <a:xfrm>
            <a:off x="628650" y="2105094"/>
            <a:ext cx="4426966" cy="1828469"/>
          </a:xfrm>
        </p:spPr>
        <p:txBody>
          <a:bodyPr anchor="b">
            <a:normAutofit/>
          </a:bodyPr>
          <a:lstStyle/>
          <a:p>
            <a:r>
              <a:rPr lang="en-US"/>
              <a:t>Thank You</a:t>
            </a:r>
            <a:endParaRPr lang="en-IN"/>
          </a:p>
        </p:txBody>
      </p:sp>
      <p:sp>
        <p:nvSpPr>
          <p:cNvPr id="3" name="Footer Placeholder 2">
            <a:extLst>
              <a:ext uri="{FF2B5EF4-FFF2-40B4-BE49-F238E27FC236}">
                <a16:creationId xmlns:a16="http://schemas.microsoft.com/office/drawing/2014/main" id="{469C9525-4BA8-CFA6-D26C-87A3F9D4D6B5}"/>
              </a:ext>
            </a:extLst>
          </p:cNvPr>
          <p:cNvSpPr>
            <a:spLocks noGrp="1"/>
          </p:cNvSpPr>
          <p:nvPr>
            <p:ph type="ftr" sz="quarter" idx="11"/>
          </p:nvPr>
        </p:nvSpPr>
        <p:spPr>
          <a:xfrm>
            <a:off x="628652" y="6263640"/>
            <a:ext cx="3129341" cy="365125"/>
          </a:xfrm>
        </p:spPr>
        <p:txBody>
          <a:bodyPr anchor="ctr">
            <a:normAutofit/>
          </a:bodyPr>
          <a:lstStyle/>
          <a:p>
            <a:pPr>
              <a:spcAft>
                <a:spcPts val="600"/>
              </a:spcAft>
            </a:pPr>
            <a:r>
              <a:rPr lang="en-US"/>
              <a:t>© 2025 Cognizant | Confidential &amp; Proprietary</a:t>
            </a:r>
          </a:p>
        </p:txBody>
      </p:sp>
      <p:sp>
        <p:nvSpPr>
          <p:cNvPr id="12" name="Text Placeholder 4">
            <a:extLst>
              <a:ext uri="{FF2B5EF4-FFF2-40B4-BE49-F238E27FC236}">
                <a16:creationId xmlns:a16="http://schemas.microsoft.com/office/drawing/2014/main" id="{757D3198-906E-227D-73E8-BDC2DF1A4B55}"/>
              </a:ext>
            </a:extLst>
          </p:cNvPr>
          <p:cNvSpPr>
            <a:spLocks noGrp="1"/>
          </p:cNvSpPr>
          <p:nvPr>
            <p:ph type="body" idx="12"/>
          </p:nvPr>
        </p:nvSpPr>
        <p:spPr>
          <a:xfrm>
            <a:off x="628652" y="5289745"/>
            <a:ext cx="4426942" cy="365125"/>
          </a:xfrm>
        </p:spPr>
        <p:txBody>
          <a:bodyPr/>
          <a:lstStyle/>
          <a:p>
            <a:endParaRPr lang="en-US"/>
          </a:p>
        </p:txBody>
      </p:sp>
      <p:sp>
        <p:nvSpPr>
          <p:cNvPr id="4" name="Slide Number Placeholder 3" hidden="1">
            <a:extLst>
              <a:ext uri="{FF2B5EF4-FFF2-40B4-BE49-F238E27FC236}">
                <a16:creationId xmlns:a16="http://schemas.microsoft.com/office/drawing/2014/main" id="{28644EB5-5E52-2A19-24B2-D854BB6A2579}"/>
              </a:ext>
            </a:extLst>
          </p:cNvPr>
          <p:cNvSpPr>
            <a:spLocks noGrp="1"/>
          </p:cNvSpPr>
          <p:nvPr>
            <p:ph type="sldNum" sz="quarter" idx="4294967295"/>
          </p:nvPr>
        </p:nvSpPr>
        <p:spPr>
          <a:xfrm>
            <a:off x="457199" y="6325299"/>
            <a:ext cx="557250" cy="313869"/>
          </a:xfrm>
        </p:spPr>
        <p:txBody>
          <a:bodyPr/>
          <a:lstStyle/>
          <a:p>
            <a:pPr>
              <a:spcAft>
                <a:spcPts val="600"/>
              </a:spcAft>
            </a:pPr>
            <a:fld id="{C53E075B-3175-45CF-B3C7-FEDF3F5961E3}" type="slidenum">
              <a:rPr lang="en-US" smtClean="0"/>
              <a:pPr>
                <a:spcAft>
                  <a:spcPts val="600"/>
                </a:spcAft>
              </a:pPr>
              <a:t>55</a:t>
            </a:fld>
            <a:endParaRPr lang="en-US"/>
          </a:p>
        </p:txBody>
      </p:sp>
    </p:spTree>
    <p:extLst>
      <p:ext uri="{BB962C8B-B14F-4D97-AF65-F5344CB8AC3E}">
        <p14:creationId xmlns:p14="http://schemas.microsoft.com/office/powerpoint/2010/main" val="321936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4B404F-09F1-40CA-84E2-FD9F4E5EB219}">
  <ds:schemaRefs>
    <ds:schemaRef ds:uri="85aa0b7b-c2ff-4619-b015-c2745a4ebbba"/>
    <ds:schemaRef ds:uri="http://purl.org/dc/elements/1.1/"/>
    <ds:schemaRef ds:uri="http://purl.org/dc/terms/"/>
    <ds:schemaRef ds:uri="http://schemas.microsoft.com/office/2006/metadata/properties"/>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s>
</ds:datastoreItem>
</file>

<file path=customXml/itemProps2.xml><?xml version="1.0" encoding="utf-8"?>
<ds:datastoreItem xmlns:ds="http://schemas.openxmlformats.org/officeDocument/2006/customXml" ds:itemID="{08EFB4C7-205D-4E6A-886B-BBFFE9BD0BFE}">
  <ds:schemaRefs>
    <ds:schemaRef ds:uri="85aa0b7b-c2ff-4619-b015-c2745a4eb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3B7C277-7563-48D9-B200-95B00BA20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4373</Words>
  <Application>Microsoft Office PowerPoint</Application>
  <PresentationFormat>Widescreen</PresentationFormat>
  <Paragraphs>755</Paragraphs>
  <Slides>55</Slides>
  <Notes>4</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Cognizant_2024</vt:lpstr>
      <vt:lpstr>SAP PP  (Production Planning)  Product =  Bicycle Manufacturing   </vt:lpstr>
      <vt:lpstr>Agenda</vt:lpstr>
      <vt:lpstr>Synopsis</vt:lpstr>
      <vt:lpstr>ERP (Enterprise Resource Planning)</vt:lpstr>
      <vt:lpstr>SAP Overview</vt:lpstr>
      <vt:lpstr>SAP Landscape Architecture</vt:lpstr>
      <vt:lpstr>  Evolution  of  SAP</vt:lpstr>
      <vt:lpstr>3 Tier Client / Server Architecture</vt:lpstr>
      <vt:lpstr>SAP Implementation and Methodology</vt:lpstr>
      <vt:lpstr>Introduction to SAP PP </vt:lpstr>
      <vt:lpstr>SAP PP Organizational Structure</vt:lpstr>
      <vt:lpstr>Why Bicycle as Product?</vt:lpstr>
      <vt:lpstr>PRODUCT OVERVIEW – BICYCLE</vt:lpstr>
      <vt:lpstr>Make to Stock (MTS)</vt:lpstr>
      <vt:lpstr>Manufacturing Process </vt:lpstr>
      <vt:lpstr>Bicycle Variants</vt:lpstr>
      <vt:lpstr>MASTER DATA USED IN PRODUCTION PLANNING </vt:lpstr>
      <vt:lpstr>What is Material Master ?</vt:lpstr>
      <vt:lpstr>Creation Of MM</vt:lpstr>
      <vt:lpstr>PowerPoint Presentation</vt:lpstr>
      <vt:lpstr>Raw Materials</vt:lpstr>
      <vt:lpstr>Semi-Finished Products (HALB)</vt:lpstr>
      <vt:lpstr>PowerPoint Presentation</vt:lpstr>
      <vt:lpstr>Packing Materials</vt:lpstr>
      <vt:lpstr>Bill Of Material (BOM)</vt:lpstr>
      <vt:lpstr>PowerPoint Presentation</vt:lpstr>
      <vt:lpstr>PowerPoint Presentation</vt:lpstr>
      <vt:lpstr>PowerPoint Presentation</vt:lpstr>
      <vt:lpstr>PowerPoint Presentation</vt:lpstr>
      <vt:lpstr>PowerPoint Presentation</vt:lpstr>
      <vt:lpstr>PowerPoint Presentation</vt:lpstr>
      <vt:lpstr>Routing (CA01)</vt:lpstr>
      <vt:lpstr>PowerPoint Presentation</vt:lpstr>
      <vt:lpstr>PowerPoint Presentation</vt:lpstr>
      <vt:lpstr>Production Version (C223)</vt:lpstr>
      <vt:lpstr>PowerPoint Presentation</vt:lpstr>
      <vt:lpstr>Demand Management</vt:lpstr>
      <vt:lpstr>PowerPoint Presentation</vt:lpstr>
      <vt:lpstr>Overview - Demand Management</vt:lpstr>
      <vt:lpstr>PIR (MD61)</vt:lpstr>
      <vt:lpstr>Material Requirement Planning(MD01N) </vt:lpstr>
      <vt:lpstr> MRP T‑Codes</vt:lpstr>
      <vt:lpstr>MRP Evaluation: Stock/Requirement List (MD04)</vt:lpstr>
      <vt:lpstr>Creating a Production Order Directly from Stock Requirement List </vt:lpstr>
      <vt:lpstr>Production Orders</vt:lpstr>
      <vt:lpstr>PowerPoint Presentation</vt:lpstr>
      <vt:lpstr>  Goods Issue for Production Order</vt:lpstr>
      <vt:lpstr>Confirm Production Completion  </vt:lpstr>
      <vt:lpstr>PowerPoint Presentation</vt:lpstr>
      <vt:lpstr>Goods Receipt for Production</vt:lpstr>
      <vt:lpstr>REM</vt:lpstr>
      <vt:lpstr>PowerPoint Presentation</vt:lpstr>
      <vt:lpstr>Software Development Life Cycle (SDLC)</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Donekar, Neha Dindayal (Cognizant)</dc:creator>
  <cp:keywords/>
  <dc:description/>
  <cp:lastModifiedBy>Donekar, Neha Dindayal (Cognizant)</cp:lastModifiedBy>
  <cp:revision>14</cp:revision>
  <dcterms:created xsi:type="dcterms:W3CDTF">2025-12-18T04:04:23Z</dcterms:created>
  <dcterms:modified xsi:type="dcterms:W3CDTF">2026-02-24T09:36:34Z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